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147473832" r:id="rId3"/>
    <p:sldId id="2147473836" r:id="rId4"/>
    <p:sldId id="2147473851" r:id="rId5"/>
    <p:sldId id="2147473756" r:id="rId6"/>
    <p:sldId id="2147473786" r:id="rId7"/>
    <p:sldId id="2147473759" r:id="rId8"/>
    <p:sldId id="2147473847" r:id="rId9"/>
    <p:sldId id="2147473833" r:id="rId10"/>
    <p:sldId id="2147473848" r:id="rId11"/>
    <p:sldId id="2147473834" r:id="rId12"/>
    <p:sldId id="2147473849" r:id="rId13"/>
    <p:sldId id="2147473835" r:id="rId14"/>
    <p:sldId id="2147473850" r:id="rId15"/>
    <p:sldId id="214747384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A3CCC7-BDAF-4F44-85FD-AA71BA7932FE}" v="56" dt="2025-06-12T03:58:41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 Agarwal" userId="ee594093-10d0-4918-bdd9-be1c6ea55622" providerId="ADAL" clId="{E8A3CCC7-BDAF-4F44-85FD-AA71BA7932FE}"/>
    <pc:docChg chg="undo redo custSel addSld delSld modSld sldOrd delMainMaster">
      <pc:chgData name="Siddharth Agarwal" userId="ee594093-10d0-4918-bdd9-be1c6ea55622" providerId="ADAL" clId="{E8A3CCC7-BDAF-4F44-85FD-AA71BA7932FE}" dt="2025-06-18T11:17:30.831" v="8246" actId="27918"/>
      <pc:docMkLst>
        <pc:docMk/>
      </pc:docMkLst>
      <pc:sldChg chg="modSp add del mod">
        <pc:chgData name="Siddharth Agarwal" userId="ee594093-10d0-4918-bdd9-be1c6ea55622" providerId="ADAL" clId="{E8A3CCC7-BDAF-4F44-85FD-AA71BA7932FE}" dt="2025-05-14T05:52:06.437" v="3078" actId="20577"/>
        <pc:sldMkLst>
          <pc:docMk/>
          <pc:sldMk cId="0" sldId="256"/>
        </pc:sldMkLst>
        <pc:spChg chg="mod">
          <ac:chgData name="Siddharth Agarwal" userId="ee594093-10d0-4918-bdd9-be1c6ea55622" providerId="ADAL" clId="{E8A3CCC7-BDAF-4F44-85FD-AA71BA7932FE}" dt="2025-05-14T05:52:06.437" v="3078" actId="20577"/>
          <ac:spMkLst>
            <pc:docMk/>
            <pc:sldMk cId="0" sldId="256"/>
            <ac:spMk id="338" creationId="{00000000-0000-0000-0000-000000000000}"/>
          </ac:spMkLst>
        </pc:spChg>
      </pc:sldChg>
      <pc:sldChg chg="del">
        <pc:chgData name="Siddharth Agarwal" userId="ee594093-10d0-4918-bdd9-be1c6ea55622" providerId="ADAL" clId="{E8A3CCC7-BDAF-4F44-85FD-AA71BA7932FE}" dt="2025-05-14T05:51:17.581" v="3044" actId="47"/>
        <pc:sldMkLst>
          <pc:docMk/>
          <pc:sldMk cId="3076692218" sldId="256"/>
        </pc:sldMkLst>
      </pc:sldChg>
      <pc:sldChg chg="addSp delSp modSp mod modNotesTx">
        <pc:chgData name="Siddharth Agarwal" userId="ee594093-10d0-4918-bdd9-be1c6ea55622" providerId="ADAL" clId="{E8A3CCC7-BDAF-4F44-85FD-AA71BA7932FE}" dt="2025-06-17T09:36:01.655" v="8239" actId="20577"/>
        <pc:sldMkLst>
          <pc:docMk/>
          <pc:sldMk cId="3496365417" sldId="2147473756"/>
        </pc:sldMkLst>
        <pc:spChg chg="mod">
          <ac:chgData name="Siddharth Agarwal" userId="ee594093-10d0-4918-bdd9-be1c6ea55622" providerId="ADAL" clId="{E8A3CCC7-BDAF-4F44-85FD-AA71BA7932FE}" dt="2025-05-13T08:00:56.129" v="1429" actId="1036"/>
          <ac:spMkLst>
            <pc:docMk/>
            <pc:sldMk cId="3496365417" sldId="2147473756"/>
            <ac:spMk id="2" creationId="{4F08677D-E7C7-3E62-FE2B-79F1E56C0A92}"/>
          </ac:spMkLst>
        </pc:spChg>
        <pc:spChg chg="add mod ord">
          <ac:chgData name="Siddharth Agarwal" userId="ee594093-10d0-4918-bdd9-be1c6ea55622" providerId="ADAL" clId="{E8A3CCC7-BDAF-4F44-85FD-AA71BA7932FE}" dt="2025-05-13T08:34:04.950" v="1731" actId="167"/>
          <ac:spMkLst>
            <pc:docMk/>
            <pc:sldMk cId="3496365417" sldId="2147473756"/>
            <ac:spMk id="5" creationId="{B8EE5D0E-36F6-D36F-26D5-5B5CE0752546}"/>
          </ac:spMkLst>
        </pc:spChg>
        <pc:spChg chg="mod">
          <ac:chgData name="Siddharth Agarwal" userId="ee594093-10d0-4918-bdd9-be1c6ea55622" providerId="ADAL" clId="{E8A3CCC7-BDAF-4F44-85FD-AA71BA7932FE}" dt="2025-05-13T09:38:16.840" v="2510" actId="404"/>
          <ac:spMkLst>
            <pc:docMk/>
            <pc:sldMk cId="3496365417" sldId="2147473756"/>
            <ac:spMk id="8" creationId="{44530960-5C74-9F6E-3127-011561D6C32F}"/>
          </ac:spMkLst>
        </pc:spChg>
        <pc:spChg chg="mod">
          <ac:chgData name="Siddharth Agarwal" userId="ee594093-10d0-4918-bdd9-be1c6ea55622" providerId="ADAL" clId="{E8A3CCC7-BDAF-4F44-85FD-AA71BA7932FE}" dt="2025-05-13T09:38:16.840" v="2510" actId="404"/>
          <ac:spMkLst>
            <pc:docMk/>
            <pc:sldMk cId="3496365417" sldId="2147473756"/>
            <ac:spMk id="10" creationId="{53212969-B1E6-A10D-4BDA-97C24EC17630}"/>
          </ac:spMkLst>
        </pc:spChg>
        <pc:spChg chg="mod">
          <ac:chgData name="Siddharth Agarwal" userId="ee594093-10d0-4918-bdd9-be1c6ea55622" providerId="ADAL" clId="{E8A3CCC7-BDAF-4F44-85FD-AA71BA7932FE}" dt="2025-05-13T09:38:16.840" v="2510" actId="404"/>
          <ac:spMkLst>
            <pc:docMk/>
            <pc:sldMk cId="3496365417" sldId="2147473756"/>
            <ac:spMk id="11" creationId="{76F0C080-7A6D-EB90-4374-D8473BB09853}"/>
          </ac:spMkLst>
        </pc:spChg>
        <pc:spChg chg="add mod">
          <ac:chgData name="Siddharth Agarwal" userId="ee594093-10d0-4918-bdd9-be1c6ea55622" providerId="ADAL" clId="{E8A3CCC7-BDAF-4F44-85FD-AA71BA7932FE}" dt="2025-05-13T09:20:25.689" v="2457" actId="115"/>
          <ac:spMkLst>
            <pc:docMk/>
            <pc:sldMk cId="3496365417" sldId="2147473756"/>
            <ac:spMk id="14" creationId="{E95B2A6D-F02C-F04C-FA46-0038F72ACA9E}"/>
          </ac:spMkLst>
        </pc:spChg>
        <pc:spChg chg="mod">
          <ac:chgData name="Siddharth Agarwal" userId="ee594093-10d0-4918-bdd9-be1c6ea55622" providerId="ADAL" clId="{E8A3CCC7-BDAF-4F44-85FD-AA71BA7932FE}" dt="2025-05-13T08:42:26.325" v="2063" actId="12"/>
          <ac:spMkLst>
            <pc:docMk/>
            <pc:sldMk cId="3496365417" sldId="2147473756"/>
            <ac:spMk id="15" creationId="{907C539F-35E1-1AF7-366D-660E0F9AE2A1}"/>
          </ac:spMkLst>
        </pc:spChg>
        <pc:spChg chg="mod ord">
          <ac:chgData name="Siddharth Agarwal" userId="ee594093-10d0-4918-bdd9-be1c6ea55622" providerId="ADAL" clId="{E8A3CCC7-BDAF-4F44-85FD-AA71BA7932FE}" dt="2025-05-13T08:34:04.950" v="1731" actId="167"/>
          <ac:spMkLst>
            <pc:docMk/>
            <pc:sldMk cId="3496365417" sldId="2147473756"/>
            <ac:spMk id="18" creationId="{E54EDB5A-01C2-E9F0-997F-E4C2F21DED9C}"/>
          </ac:spMkLst>
        </pc:spChg>
        <pc:spChg chg="mod ord">
          <ac:chgData name="Siddharth Agarwal" userId="ee594093-10d0-4918-bdd9-be1c6ea55622" providerId="ADAL" clId="{E8A3CCC7-BDAF-4F44-85FD-AA71BA7932FE}" dt="2025-05-13T08:34:04.950" v="1731" actId="167"/>
          <ac:spMkLst>
            <pc:docMk/>
            <pc:sldMk cId="3496365417" sldId="2147473756"/>
            <ac:spMk id="19" creationId="{744B1EE1-33C2-6260-EACF-9B1886C429EA}"/>
          </ac:spMkLst>
        </pc:spChg>
        <pc:spChg chg="mod ord">
          <ac:chgData name="Siddharth Agarwal" userId="ee594093-10d0-4918-bdd9-be1c6ea55622" providerId="ADAL" clId="{E8A3CCC7-BDAF-4F44-85FD-AA71BA7932FE}" dt="2025-05-13T08:34:04.950" v="1731" actId="167"/>
          <ac:spMkLst>
            <pc:docMk/>
            <pc:sldMk cId="3496365417" sldId="2147473756"/>
            <ac:spMk id="21" creationId="{A6F7E8B1-3A83-187E-FECE-F4542B52E9DC}"/>
          </ac:spMkLst>
        </pc:spChg>
        <pc:spChg chg="mod">
          <ac:chgData name="Siddharth Agarwal" userId="ee594093-10d0-4918-bdd9-be1c6ea55622" providerId="ADAL" clId="{E8A3CCC7-BDAF-4F44-85FD-AA71BA7932FE}" dt="2025-05-13T09:20:25.689" v="2457" actId="115"/>
          <ac:spMkLst>
            <pc:docMk/>
            <pc:sldMk cId="3496365417" sldId="2147473756"/>
            <ac:spMk id="22" creationId="{D2EF055D-7F8A-1765-7189-603BDD8B109C}"/>
          </ac:spMkLst>
        </pc:spChg>
        <pc:spChg chg="mod">
          <ac:chgData name="Siddharth Agarwal" userId="ee594093-10d0-4918-bdd9-be1c6ea55622" providerId="ADAL" clId="{E8A3CCC7-BDAF-4F44-85FD-AA71BA7932FE}" dt="2025-05-13T09:20:25.689" v="2457" actId="115"/>
          <ac:spMkLst>
            <pc:docMk/>
            <pc:sldMk cId="3496365417" sldId="2147473756"/>
            <ac:spMk id="23" creationId="{DA39F8B5-8A3C-63AB-9620-47161DDD5C51}"/>
          </ac:spMkLst>
        </pc:spChg>
        <pc:spChg chg="mod">
          <ac:chgData name="Siddharth Agarwal" userId="ee594093-10d0-4918-bdd9-be1c6ea55622" providerId="ADAL" clId="{E8A3CCC7-BDAF-4F44-85FD-AA71BA7932FE}" dt="2025-05-13T09:20:25.689" v="2457" actId="115"/>
          <ac:spMkLst>
            <pc:docMk/>
            <pc:sldMk cId="3496365417" sldId="2147473756"/>
            <ac:spMk id="24" creationId="{588CBCA0-7787-568D-A089-D78DA48D4A28}"/>
          </ac:spMkLst>
        </pc:spChg>
        <pc:graphicFrameChg chg="add mod ord">
          <ac:chgData name="Siddharth Agarwal" userId="ee594093-10d0-4918-bdd9-be1c6ea55622" providerId="ADAL" clId="{E8A3CCC7-BDAF-4F44-85FD-AA71BA7932FE}" dt="2025-06-03T05:23:37.025" v="7447"/>
          <ac:graphicFrameMkLst>
            <pc:docMk/>
            <pc:sldMk cId="3496365417" sldId="2147473756"/>
            <ac:graphicFrameMk id="4" creationId="{87D538FB-F34E-4E33-2EFA-3C46C231472E}"/>
          </ac:graphicFrameMkLst>
        </pc:graphicFrameChg>
        <pc:graphicFrameChg chg="mod modGraphic">
          <ac:chgData name="Siddharth Agarwal" userId="ee594093-10d0-4918-bdd9-be1c6ea55622" providerId="ADAL" clId="{E8A3CCC7-BDAF-4F44-85FD-AA71BA7932FE}" dt="2025-06-17T09:36:01.655" v="8239" actId="20577"/>
          <ac:graphicFrameMkLst>
            <pc:docMk/>
            <pc:sldMk cId="3496365417" sldId="2147473756"/>
            <ac:graphicFrameMk id="16" creationId="{4A0E1C7B-15BD-52BD-6FCC-C7DB2840012B}"/>
          </ac:graphicFrameMkLst>
        </pc:graphicFrameChg>
      </pc:sldChg>
      <pc:sldChg chg="addSp delSp modSp add mod">
        <pc:chgData name="Siddharth Agarwal" userId="ee594093-10d0-4918-bdd9-be1c6ea55622" providerId="ADAL" clId="{E8A3CCC7-BDAF-4F44-85FD-AA71BA7932FE}" dt="2025-06-03T05:27:56.699" v="7455" actId="27918"/>
        <pc:sldMkLst>
          <pc:docMk/>
          <pc:sldMk cId="2093781466" sldId="2147473759"/>
        </pc:sldMkLst>
        <pc:spChg chg="mod">
          <ac:chgData name="Siddharth Agarwal" userId="ee594093-10d0-4918-bdd9-be1c6ea55622" providerId="ADAL" clId="{E8A3CCC7-BDAF-4F44-85FD-AA71BA7932FE}" dt="2025-05-13T08:38:42.729" v="1850" actId="1076"/>
          <ac:spMkLst>
            <pc:docMk/>
            <pc:sldMk cId="2093781466" sldId="2147473759"/>
            <ac:spMk id="2" creationId="{76575A49-828F-C21D-CB8E-A1AD0F399A85}"/>
          </ac:spMkLst>
        </pc:spChg>
        <pc:spChg chg="mod">
          <ac:chgData name="Siddharth Agarwal" userId="ee594093-10d0-4918-bdd9-be1c6ea55622" providerId="ADAL" clId="{E8A3CCC7-BDAF-4F44-85FD-AA71BA7932FE}" dt="2025-05-13T09:38:29.531" v="2512" actId="404"/>
          <ac:spMkLst>
            <pc:docMk/>
            <pc:sldMk cId="2093781466" sldId="2147473759"/>
            <ac:spMk id="4" creationId="{C2C3D1C4-C694-1372-9413-E592B8E6535A}"/>
          </ac:spMkLst>
        </pc:spChg>
        <pc:spChg chg="mod">
          <ac:chgData name="Siddharth Agarwal" userId="ee594093-10d0-4918-bdd9-be1c6ea55622" providerId="ADAL" clId="{E8A3CCC7-BDAF-4F44-85FD-AA71BA7932FE}" dt="2025-05-13T09:38:29.531" v="2512" actId="404"/>
          <ac:spMkLst>
            <pc:docMk/>
            <pc:sldMk cId="2093781466" sldId="2147473759"/>
            <ac:spMk id="5" creationId="{92569F8A-66E8-B07B-5558-453BAEE0ACFB}"/>
          </ac:spMkLst>
        </pc:spChg>
        <pc:spChg chg="mod">
          <ac:chgData name="Siddharth Agarwal" userId="ee594093-10d0-4918-bdd9-be1c6ea55622" providerId="ADAL" clId="{E8A3CCC7-BDAF-4F44-85FD-AA71BA7932FE}" dt="2025-05-13T09:41:12.736" v="2570" actId="1035"/>
          <ac:spMkLst>
            <pc:docMk/>
            <pc:sldMk cId="2093781466" sldId="2147473759"/>
            <ac:spMk id="14" creationId="{0FE99735-FF40-5544-7293-477F0DE7E7EC}"/>
          </ac:spMkLst>
        </pc:spChg>
        <pc:spChg chg="add mod">
          <ac:chgData name="Siddharth Agarwal" userId="ee594093-10d0-4918-bdd9-be1c6ea55622" providerId="ADAL" clId="{E8A3CCC7-BDAF-4F44-85FD-AA71BA7932FE}" dt="2025-05-14T16:20:02.424" v="3224" actId="20577"/>
          <ac:spMkLst>
            <pc:docMk/>
            <pc:sldMk cId="2093781466" sldId="2147473759"/>
            <ac:spMk id="26" creationId="{E000EFEE-92A3-9A32-E47A-80EDD976F19F}"/>
          </ac:spMkLst>
        </pc:spChg>
        <pc:spChg chg="mod">
          <ac:chgData name="Siddharth Agarwal" userId="ee594093-10d0-4918-bdd9-be1c6ea55622" providerId="ADAL" clId="{E8A3CCC7-BDAF-4F44-85FD-AA71BA7932FE}" dt="2025-05-13T09:38:29.531" v="2512" actId="404"/>
          <ac:spMkLst>
            <pc:docMk/>
            <pc:sldMk cId="2093781466" sldId="2147473759"/>
            <ac:spMk id="59" creationId="{D1569414-3518-0C07-F9A7-E8F103D0E6AE}"/>
          </ac:spMkLst>
        </pc:spChg>
        <pc:spChg chg="mod">
          <ac:chgData name="Siddharth Agarwal" userId="ee594093-10d0-4918-bdd9-be1c6ea55622" providerId="ADAL" clId="{E8A3CCC7-BDAF-4F44-85FD-AA71BA7932FE}" dt="2025-05-13T09:10:17.311" v="2238" actId="1038"/>
          <ac:spMkLst>
            <pc:docMk/>
            <pc:sldMk cId="2093781466" sldId="2147473759"/>
            <ac:spMk id="92" creationId="{E58A5D6E-BB94-4A8B-C2B4-283316D975AD}"/>
          </ac:spMkLst>
        </pc:spChg>
        <pc:spChg chg="mod">
          <ac:chgData name="Siddharth Agarwal" userId="ee594093-10d0-4918-bdd9-be1c6ea55622" providerId="ADAL" clId="{E8A3CCC7-BDAF-4F44-85FD-AA71BA7932FE}" dt="2025-05-13T09:10:05.626" v="2217" actId="1076"/>
          <ac:spMkLst>
            <pc:docMk/>
            <pc:sldMk cId="2093781466" sldId="2147473759"/>
            <ac:spMk id="93" creationId="{E6625458-FE0B-F082-751A-58E35ACC1A7E}"/>
          </ac:spMkLst>
        </pc:spChg>
        <pc:spChg chg="mod">
          <ac:chgData name="Siddharth Agarwal" userId="ee594093-10d0-4918-bdd9-be1c6ea55622" providerId="ADAL" clId="{E8A3CCC7-BDAF-4F44-85FD-AA71BA7932FE}" dt="2025-05-13T09:06:12.504" v="2184" actId="115"/>
          <ac:spMkLst>
            <pc:docMk/>
            <pc:sldMk cId="2093781466" sldId="2147473759"/>
            <ac:spMk id="94" creationId="{38FB5D7D-2B2A-6AB5-A1E1-B04EE2090139}"/>
          </ac:spMkLst>
        </pc:spChg>
        <pc:graphicFrameChg chg="add mod">
          <ac:chgData name="Siddharth Agarwal" userId="ee594093-10d0-4918-bdd9-be1c6ea55622" providerId="ADAL" clId="{E8A3CCC7-BDAF-4F44-85FD-AA71BA7932FE}" dt="2025-06-02T08:44:39.723" v="7437"/>
          <ac:graphicFrameMkLst>
            <pc:docMk/>
            <pc:sldMk cId="2093781466" sldId="2147473759"/>
            <ac:graphicFrameMk id="11" creationId="{AAC1B738-884E-FEA1-646C-DB669F8F277E}"/>
          </ac:graphicFrameMkLst>
        </pc:graphicFrameChg>
        <pc:graphicFrameChg chg="mod modGraphic">
          <ac:chgData name="Siddharth Agarwal" userId="ee594093-10d0-4918-bdd9-be1c6ea55622" providerId="ADAL" clId="{E8A3CCC7-BDAF-4F44-85FD-AA71BA7932FE}" dt="2025-06-03T05:27:37.312" v="7452" actId="20577"/>
          <ac:graphicFrameMkLst>
            <pc:docMk/>
            <pc:sldMk cId="2093781466" sldId="2147473759"/>
            <ac:graphicFrameMk id="58" creationId="{7E201C61-6C99-3E9A-EE6E-04342A40A33A}"/>
          </ac:graphicFrameMkLst>
        </pc:graphicFrameChg>
        <pc:cxnChg chg="add mod">
          <ac:chgData name="Siddharth Agarwal" userId="ee594093-10d0-4918-bdd9-be1c6ea55622" providerId="ADAL" clId="{E8A3CCC7-BDAF-4F44-85FD-AA71BA7932FE}" dt="2025-05-13T09:14:08.180" v="2293" actId="14100"/>
          <ac:cxnSpMkLst>
            <pc:docMk/>
            <pc:sldMk cId="2093781466" sldId="2147473759"/>
            <ac:cxnSpMk id="17" creationId="{A90E1AB7-9F19-9975-636D-0949B4D53F7B}"/>
          </ac:cxnSpMkLst>
        </pc:cxnChg>
        <pc:cxnChg chg="add mod">
          <ac:chgData name="Siddharth Agarwal" userId="ee594093-10d0-4918-bdd9-be1c6ea55622" providerId="ADAL" clId="{E8A3CCC7-BDAF-4F44-85FD-AA71BA7932FE}" dt="2025-05-13T09:14:15.921" v="2294" actId="14100"/>
          <ac:cxnSpMkLst>
            <pc:docMk/>
            <pc:sldMk cId="2093781466" sldId="2147473759"/>
            <ac:cxnSpMk id="22" creationId="{67F36A53-AF9F-4EB7-9B66-AD36762AE156}"/>
          </ac:cxnSpMkLst>
        </pc:cxnChg>
      </pc:sldChg>
      <pc:sldChg chg="addSp delSp modSp add mod">
        <pc:chgData name="Siddharth Agarwal" userId="ee594093-10d0-4918-bdd9-be1c6ea55622" providerId="ADAL" clId="{E8A3CCC7-BDAF-4F44-85FD-AA71BA7932FE}" dt="2025-06-04T10:42:32.571" v="7528" actId="20577"/>
        <pc:sldMkLst>
          <pc:docMk/>
          <pc:sldMk cId="3028434128" sldId="2147473786"/>
        </pc:sldMkLst>
        <pc:spChg chg="mod">
          <ac:chgData name="Siddharth Agarwal" userId="ee594093-10d0-4918-bdd9-be1c6ea55622" providerId="ADAL" clId="{E8A3CCC7-BDAF-4F44-85FD-AA71BA7932FE}" dt="2025-05-27T06:34:40.811" v="4144" actId="1076"/>
          <ac:spMkLst>
            <pc:docMk/>
            <pc:sldMk cId="3028434128" sldId="2147473786"/>
            <ac:spMk id="2" creationId="{F8FE661B-B490-B9EE-0E01-DA10773AC20D}"/>
          </ac:spMkLst>
        </pc:spChg>
        <pc:spChg chg="add mod">
          <ac:chgData name="Siddharth Agarwal" userId="ee594093-10d0-4918-bdd9-be1c6ea55622" providerId="ADAL" clId="{E8A3CCC7-BDAF-4F44-85FD-AA71BA7932FE}" dt="2025-05-27T06:31:09.612" v="4059" actId="14100"/>
          <ac:spMkLst>
            <pc:docMk/>
            <pc:sldMk cId="3028434128" sldId="2147473786"/>
            <ac:spMk id="4" creationId="{251DA332-B2E7-54FE-6E8A-AF9438056EFA}"/>
          </ac:spMkLst>
        </pc:spChg>
        <pc:spChg chg="add mod">
          <ac:chgData name="Siddharth Agarwal" userId="ee594093-10d0-4918-bdd9-be1c6ea55622" providerId="ADAL" clId="{E8A3CCC7-BDAF-4F44-85FD-AA71BA7932FE}" dt="2025-05-27T06:27:21.717" v="4030" actId="1037"/>
          <ac:spMkLst>
            <pc:docMk/>
            <pc:sldMk cId="3028434128" sldId="2147473786"/>
            <ac:spMk id="7" creationId="{3523EE61-A86F-54F3-90C6-323EE02EB79F}"/>
          </ac:spMkLst>
        </pc:spChg>
        <pc:spChg chg="add mod">
          <ac:chgData name="Siddharth Agarwal" userId="ee594093-10d0-4918-bdd9-be1c6ea55622" providerId="ADAL" clId="{E8A3CCC7-BDAF-4F44-85FD-AA71BA7932FE}" dt="2025-05-27T06:23:19.412" v="4013" actId="20577"/>
          <ac:spMkLst>
            <pc:docMk/>
            <pc:sldMk cId="3028434128" sldId="2147473786"/>
            <ac:spMk id="9" creationId="{E1D16DBC-8697-5281-B73B-786223A9C7FA}"/>
          </ac:spMkLst>
        </pc:spChg>
        <pc:spChg chg="add mod">
          <ac:chgData name="Siddharth Agarwal" userId="ee594093-10d0-4918-bdd9-be1c6ea55622" providerId="ADAL" clId="{E8A3CCC7-BDAF-4F44-85FD-AA71BA7932FE}" dt="2025-05-27T06:23:23.032" v="4020" actId="20577"/>
          <ac:spMkLst>
            <pc:docMk/>
            <pc:sldMk cId="3028434128" sldId="2147473786"/>
            <ac:spMk id="10" creationId="{DE1FB2A7-92CF-AA77-C248-861E624F069E}"/>
          </ac:spMkLst>
        </pc:spChg>
        <pc:spChg chg="add del mod">
          <ac:chgData name="Siddharth Agarwal" userId="ee594093-10d0-4918-bdd9-be1c6ea55622" providerId="ADAL" clId="{E8A3CCC7-BDAF-4F44-85FD-AA71BA7932FE}" dt="2025-05-27T06:27:21.717" v="4030" actId="1037"/>
          <ac:spMkLst>
            <pc:docMk/>
            <pc:sldMk cId="3028434128" sldId="2147473786"/>
            <ac:spMk id="17" creationId="{3E9A2257-9967-3D0E-326E-852696D927AA}"/>
          </ac:spMkLst>
        </pc:spChg>
        <pc:spChg chg="mod">
          <ac:chgData name="Siddharth Agarwal" userId="ee594093-10d0-4918-bdd9-be1c6ea55622" providerId="ADAL" clId="{E8A3CCC7-BDAF-4F44-85FD-AA71BA7932FE}" dt="2025-05-27T06:23:16.017" v="4008" actId="20577"/>
          <ac:spMkLst>
            <pc:docMk/>
            <pc:sldMk cId="3028434128" sldId="2147473786"/>
            <ac:spMk id="30" creationId="{7A74B8D4-DF43-65AC-175A-AE502D1ED21A}"/>
          </ac:spMkLst>
        </pc:spChg>
        <pc:spChg chg="mod">
          <ac:chgData name="Siddharth Agarwal" userId="ee594093-10d0-4918-bdd9-be1c6ea55622" providerId="ADAL" clId="{E8A3CCC7-BDAF-4F44-85FD-AA71BA7932FE}" dt="2025-05-27T06:21:42.441" v="3949" actId="1037"/>
          <ac:spMkLst>
            <pc:docMk/>
            <pc:sldMk cId="3028434128" sldId="2147473786"/>
            <ac:spMk id="31" creationId="{4BA21B67-3229-EFDC-0E1A-E44E513CF192}"/>
          </ac:spMkLst>
        </pc:spChg>
        <pc:spChg chg="add mod">
          <ac:chgData name="Siddharth Agarwal" userId="ee594093-10d0-4918-bdd9-be1c6ea55622" providerId="ADAL" clId="{E8A3CCC7-BDAF-4F44-85FD-AA71BA7932FE}" dt="2025-06-04T10:29:55.031" v="7511" actId="14100"/>
          <ac:spMkLst>
            <pc:docMk/>
            <pc:sldMk cId="3028434128" sldId="2147473786"/>
            <ac:spMk id="50" creationId="{675918AB-7FFD-508C-25C0-CD486766368F}"/>
          </ac:spMkLst>
        </pc:spChg>
        <pc:spChg chg="add mod">
          <ac:chgData name="Siddharth Agarwal" userId="ee594093-10d0-4918-bdd9-be1c6ea55622" providerId="ADAL" clId="{E8A3CCC7-BDAF-4F44-85FD-AA71BA7932FE}" dt="2025-06-04T10:29:55.031" v="7511" actId="14100"/>
          <ac:spMkLst>
            <pc:docMk/>
            <pc:sldMk cId="3028434128" sldId="2147473786"/>
            <ac:spMk id="54" creationId="{324515CA-6071-2D8F-DB6E-C567B2281C93}"/>
          </ac:spMkLst>
        </pc:spChg>
        <pc:spChg chg="add mod">
          <ac:chgData name="Siddharth Agarwal" userId="ee594093-10d0-4918-bdd9-be1c6ea55622" providerId="ADAL" clId="{E8A3CCC7-BDAF-4F44-85FD-AA71BA7932FE}" dt="2025-06-04T10:29:55.031" v="7511" actId="14100"/>
          <ac:spMkLst>
            <pc:docMk/>
            <pc:sldMk cId="3028434128" sldId="2147473786"/>
            <ac:spMk id="56" creationId="{307F9059-646E-1EEB-12E5-7429F9A68614}"/>
          </ac:spMkLst>
        </pc:spChg>
        <pc:spChg chg="add mod">
          <ac:chgData name="Siddharth Agarwal" userId="ee594093-10d0-4918-bdd9-be1c6ea55622" providerId="ADAL" clId="{E8A3CCC7-BDAF-4F44-85FD-AA71BA7932FE}" dt="2025-06-04T10:42:32.571" v="7528" actId="20577"/>
          <ac:spMkLst>
            <pc:docMk/>
            <pc:sldMk cId="3028434128" sldId="2147473786"/>
            <ac:spMk id="61" creationId="{4C021C0E-12B1-42DF-61A7-D39FCEB16C2B}"/>
          </ac:spMkLst>
        </pc:spChg>
        <pc:spChg chg="add mod">
          <ac:chgData name="Siddharth Agarwal" userId="ee594093-10d0-4918-bdd9-be1c6ea55622" providerId="ADAL" clId="{E8A3CCC7-BDAF-4F44-85FD-AA71BA7932FE}" dt="2025-06-04T10:30:07.479" v="7513" actId="1076"/>
          <ac:spMkLst>
            <pc:docMk/>
            <pc:sldMk cId="3028434128" sldId="2147473786"/>
            <ac:spMk id="65" creationId="{688F43C5-B1DE-C12A-022F-3C5309A42CD5}"/>
          </ac:spMkLst>
        </pc:spChg>
        <pc:spChg chg="add mod">
          <ac:chgData name="Siddharth Agarwal" userId="ee594093-10d0-4918-bdd9-be1c6ea55622" providerId="ADAL" clId="{E8A3CCC7-BDAF-4F44-85FD-AA71BA7932FE}" dt="2025-06-04T10:30:12.089" v="7514" actId="1076"/>
          <ac:spMkLst>
            <pc:docMk/>
            <pc:sldMk cId="3028434128" sldId="2147473786"/>
            <ac:spMk id="67" creationId="{73A99F81-D381-13A0-7A4B-D531F59C1A7A}"/>
          </ac:spMkLst>
        </pc:spChg>
        <pc:picChg chg="add mod">
          <ac:chgData name="Siddharth Agarwal" userId="ee594093-10d0-4918-bdd9-be1c6ea55622" providerId="ADAL" clId="{E8A3CCC7-BDAF-4F44-85FD-AA71BA7932FE}" dt="2025-05-28T04:55:05.401" v="6927" actId="1076"/>
          <ac:picMkLst>
            <pc:docMk/>
            <pc:sldMk cId="3028434128" sldId="2147473786"/>
            <ac:picMk id="16" creationId="{520C9289-C035-BA8C-52DC-ABB7978325C0}"/>
          </ac:picMkLst>
        </pc:picChg>
        <pc:picChg chg="add mod">
          <ac:chgData name="Siddharth Agarwal" userId="ee594093-10d0-4918-bdd9-be1c6ea55622" providerId="ADAL" clId="{E8A3CCC7-BDAF-4F44-85FD-AA71BA7932FE}" dt="2025-05-27T06:29:40.132" v="4052" actId="14100"/>
          <ac:picMkLst>
            <pc:docMk/>
            <pc:sldMk cId="3028434128" sldId="2147473786"/>
            <ac:picMk id="20" creationId="{9695C8B8-6032-9D33-8D4E-5D851A2BA802}"/>
          </ac:picMkLst>
        </pc:picChg>
        <pc:picChg chg="add mod">
          <ac:chgData name="Siddharth Agarwal" userId="ee594093-10d0-4918-bdd9-be1c6ea55622" providerId="ADAL" clId="{E8A3CCC7-BDAF-4F44-85FD-AA71BA7932FE}" dt="2025-05-27T06:31:13.057" v="4061" actId="1037"/>
          <ac:picMkLst>
            <pc:docMk/>
            <pc:sldMk cId="3028434128" sldId="2147473786"/>
            <ac:picMk id="24" creationId="{BA6F65C8-95C9-0145-3EB0-000F5E3E916C}"/>
          </ac:picMkLst>
        </pc:picChg>
        <pc:picChg chg="add mod">
          <ac:chgData name="Siddharth Agarwal" userId="ee594093-10d0-4918-bdd9-be1c6ea55622" providerId="ADAL" clId="{E8A3CCC7-BDAF-4F44-85FD-AA71BA7932FE}" dt="2025-05-27T06:31:13.057" v="4061" actId="1037"/>
          <ac:picMkLst>
            <pc:docMk/>
            <pc:sldMk cId="3028434128" sldId="2147473786"/>
            <ac:picMk id="26" creationId="{266AC562-ACAE-5CC6-11A3-BEBAADE5820D}"/>
          </ac:picMkLst>
        </pc:picChg>
        <pc:picChg chg="add mod">
          <ac:chgData name="Siddharth Agarwal" userId="ee594093-10d0-4918-bdd9-be1c6ea55622" providerId="ADAL" clId="{E8A3CCC7-BDAF-4F44-85FD-AA71BA7932FE}" dt="2025-05-27T06:32:37.608" v="4065" actId="14100"/>
          <ac:picMkLst>
            <pc:docMk/>
            <pc:sldMk cId="3028434128" sldId="2147473786"/>
            <ac:picMk id="28" creationId="{19691D03-7277-7D0C-F265-99EDCD3F939A}"/>
          </ac:picMkLst>
        </pc:picChg>
        <pc:picChg chg="add mod">
          <ac:chgData name="Siddharth Agarwal" userId="ee594093-10d0-4918-bdd9-be1c6ea55622" providerId="ADAL" clId="{E8A3CCC7-BDAF-4F44-85FD-AA71BA7932FE}" dt="2025-05-27T06:33:12.425" v="4069" actId="14100"/>
          <ac:picMkLst>
            <pc:docMk/>
            <pc:sldMk cId="3028434128" sldId="2147473786"/>
            <ac:picMk id="37" creationId="{5C7CF938-6129-AD0E-3BD7-C0CD480C6293}"/>
          </ac:picMkLst>
        </pc:picChg>
        <pc:cxnChg chg="add mod">
          <ac:chgData name="Siddharth Agarwal" userId="ee594093-10d0-4918-bdd9-be1c6ea55622" providerId="ADAL" clId="{E8A3CCC7-BDAF-4F44-85FD-AA71BA7932FE}" dt="2025-05-27T06:36:00.089" v="4158" actId="1035"/>
          <ac:cxnSpMkLst>
            <pc:docMk/>
            <pc:sldMk cId="3028434128" sldId="2147473786"/>
            <ac:cxnSpMk id="38" creationId="{2EB3EDFF-7AE7-8FC5-3ADA-016F0DC4EB39}"/>
          </ac:cxnSpMkLst>
        </pc:cxnChg>
        <pc:cxnChg chg="add mod">
          <ac:chgData name="Siddharth Agarwal" userId="ee594093-10d0-4918-bdd9-be1c6ea55622" providerId="ADAL" clId="{E8A3CCC7-BDAF-4F44-85FD-AA71BA7932FE}" dt="2025-05-27T06:36:09.486" v="4160" actId="1076"/>
          <ac:cxnSpMkLst>
            <pc:docMk/>
            <pc:sldMk cId="3028434128" sldId="2147473786"/>
            <ac:cxnSpMk id="53" creationId="{1228B6C1-C158-6B36-A75E-5930302A5B9F}"/>
          </ac:cxnSpMkLst>
        </pc:cxnChg>
        <pc:cxnChg chg="add mod">
          <ac:chgData name="Siddharth Agarwal" userId="ee594093-10d0-4918-bdd9-be1c6ea55622" providerId="ADAL" clId="{E8A3CCC7-BDAF-4F44-85FD-AA71BA7932FE}" dt="2025-05-27T06:36:17.461" v="4162" actId="1076"/>
          <ac:cxnSpMkLst>
            <pc:docMk/>
            <pc:sldMk cId="3028434128" sldId="2147473786"/>
            <ac:cxnSpMk id="55" creationId="{0CA17EC8-57F3-56DC-2174-C970574E3291}"/>
          </ac:cxnSpMkLst>
        </pc:cxnChg>
        <pc:cxnChg chg="add mod">
          <ac:chgData name="Siddharth Agarwal" userId="ee594093-10d0-4918-bdd9-be1c6ea55622" providerId="ADAL" clId="{E8A3CCC7-BDAF-4F44-85FD-AA71BA7932FE}" dt="2025-05-27T06:36:26.636" v="4166" actId="1038"/>
          <ac:cxnSpMkLst>
            <pc:docMk/>
            <pc:sldMk cId="3028434128" sldId="2147473786"/>
            <ac:cxnSpMk id="57" creationId="{C1F0E83B-318B-5391-C857-7FB960347779}"/>
          </ac:cxnSpMkLst>
        </pc:cxnChg>
        <pc:cxnChg chg="add mod">
          <ac:chgData name="Siddharth Agarwal" userId="ee594093-10d0-4918-bdd9-be1c6ea55622" providerId="ADAL" clId="{E8A3CCC7-BDAF-4F44-85FD-AA71BA7932FE}" dt="2025-05-27T06:36:34.929" v="4174" actId="1035"/>
          <ac:cxnSpMkLst>
            <pc:docMk/>
            <pc:sldMk cId="3028434128" sldId="2147473786"/>
            <ac:cxnSpMk id="58" creationId="{37368968-E9C1-9223-D933-D45714F64393}"/>
          </ac:cxnSpMkLst>
        </pc:cxnChg>
        <pc:cxnChg chg="add mod">
          <ac:chgData name="Siddharth Agarwal" userId="ee594093-10d0-4918-bdd9-be1c6ea55622" providerId="ADAL" clId="{E8A3CCC7-BDAF-4F44-85FD-AA71BA7932FE}" dt="2025-05-27T06:36:42.270" v="4179" actId="1038"/>
          <ac:cxnSpMkLst>
            <pc:docMk/>
            <pc:sldMk cId="3028434128" sldId="2147473786"/>
            <ac:cxnSpMk id="59" creationId="{1B4C8727-6E09-91AE-AF71-043794AAD825}"/>
          </ac:cxnSpMkLst>
        </pc:cxnChg>
        <pc:cxnChg chg="add mod">
          <ac:chgData name="Siddharth Agarwal" userId="ee594093-10d0-4918-bdd9-be1c6ea55622" providerId="ADAL" clId="{E8A3CCC7-BDAF-4F44-85FD-AA71BA7932FE}" dt="2025-05-27T06:37:40.604" v="4188" actId="14100"/>
          <ac:cxnSpMkLst>
            <pc:docMk/>
            <pc:sldMk cId="3028434128" sldId="2147473786"/>
            <ac:cxnSpMk id="60" creationId="{02BBFEAF-739D-6408-0467-039C01609596}"/>
          </ac:cxnSpMkLst>
        </pc:cxnChg>
        <pc:cxnChg chg="add mod">
          <ac:chgData name="Siddharth Agarwal" userId="ee594093-10d0-4918-bdd9-be1c6ea55622" providerId="ADAL" clId="{E8A3CCC7-BDAF-4F44-85FD-AA71BA7932FE}" dt="2025-05-27T06:39:09.284" v="4203" actId="1076"/>
          <ac:cxnSpMkLst>
            <pc:docMk/>
            <pc:sldMk cId="3028434128" sldId="2147473786"/>
            <ac:cxnSpMk id="64" creationId="{C34374F0-E12B-2806-FA34-B3EE89F7230B}"/>
          </ac:cxnSpMkLst>
        </pc:cxnChg>
        <pc:cxnChg chg="add mod">
          <ac:chgData name="Siddharth Agarwal" userId="ee594093-10d0-4918-bdd9-be1c6ea55622" providerId="ADAL" clId="{E8A3CCC7-BDAF-4F44-85FD-AA71BA7932FE}" dt="2025-05-27T06:39:21.438" v="4206" actId="1076"/>
          <ac:cxnSpMkLst>
            <pc:docMk/>
            <pc:sldMk cId="3028434128" sldId="2147473786"/>
            <ac:cxnSpMk id="66" creationId="{1111A784-9D73-CD72-24AD-EB4A0F9D2278}"/>
          </ac:cxnSpMkLst>
        </pc:cxnChg>
        <pc:cxnChg chg="add mod">
          <ac:chgData name="Siddharth Agarwal" userId="ee594093-10d0-4918-bdd9-be1c6ea55622" providerId="ADAL" clId="{E8A3CCC7-BDAF-4F44-85FD-AA71BA7932FE}" dt="2025-05-27T06:39:44.099" v="4219" actId="1076"/>
          <ac:cxnSpMkLst>
            <pc:docMk/>
            <pc:sldMk cId="3028434128" sldId="2147473786"/>
            <ac:cxnSpMk id="68" creationId="{6D10E0DB-5A10-767B-69E8-299C95814D84}"/>
          </ac:cxnSpMkLst>
        </pc:cxnChg>
        <pc:cxnChg chg="add mod">
          <ac:chgData name="Siddharth Agarwal" userId="ee594093-10d0-4918-bdd9-be1c6ea55622" providerId="ADAL" clId="{E8A3CCC7-BDAF-4F44-85FD-AA71BA7932FE}" dt="2025-05-27T06:39:51.637" v="4223" actId="1038"/>
          <ac:cxnSpMkLst>
            <pc:docMk/>
            <pc:sldMk cId="3028434128" sldId="2147473786"/>
            <ac:cxnSpMk id="69" creationId="{39A9FD79-5ED2-4330-C91A-48D70DA19CBE}"/>
          </ac:cxnSpMkLst>
        </pc:cxnChg>
        <pc:cxnChg chg="add mod">
          <ac:chgData name="Siddharth Agarwal" userId="ee594093-10d0-4918-bdd9-be1c6ea55622" providerId="ADAL" clId="{E8A3CCC7-BDAF-4F44-85FD-AA71BA7932FE}" dt="2025-05-27T06:39:57.059" v="4225" actId="1076"/>
          <ac:cxnSpMkLst>
            <pc:docMk/>
            <pc:sldMk cId="3028434128" sldId="2147473786"/>
            <ac:cxnSpMk id="70" creationId="{F5DC37D5-CDA9-968A-E8A0-ED8F274DF7B7}"/>
          </ac:cxnSpMkLst>
        </pc:cxnChg>
      </pc:sldChg>
      <pc:sldChg chg="addSp delSp modSp mod modNotesTx">
        <pc:chgData name="Siddharth Agarwal" userId="ee594093-10d0-4918-bdd9-be1c6ea55622" providerId="ADAL" clId="{E8A3CCC7-BDAF-4F44-85FD-AA71BA7932FE}" dt="2025-06-02T05:34:00.885" v="7280" actId="20577"/>
        <pc:sldMkLst>
          <pc:docMk/>
          <pc:sldMk cId="3716169389" sldId="2147473832"/>
        </pc:sldMkLst>
        <pc:spChg chg="add mod">
          <ac:chgData name="Siddharth Agarwal" userId="ee594093-10d0-4918-bdd9-be1c6ea55622" providerId="ADAL" clId="{E8A3CCC7-BDAF-4F44-85FD-AA71BA7932FE}" dt="2025-06-02T05:34:00.885" v="7280" actId="20577"/>
          <ac:spMkLst>
            <pc:docMk/>
            <pc:sldMk cId="3716169389" sldId="2147473832"/>
            <ac:spMk id="2" creationId="{C90D2BC6-0C0F-64F4-3031-5F23AB25C535}"/>
          </ac:spMkLst>
        </pc:spChg>
        <pc:spChg chg="mod">
          <ac:chgData name="Siddharth Agarwal" userId="ee594093-10d0-4918-bdd9-be1c6ea55622" providerId="ADAL" clId="{E8A3CCC7-BDAF-4F44-85FD-AA71BA7932FE}" dt="2025-05-27T09:11:19.604" v="4386" actId="20577"/>
          <ac:spMkLst>
            <pc:docMk/>
            <pc:sldMk cId="3716169389" sldId="2147473832"/>
            <ac:spMk id="11" creationId="{AB343D93-164F-838C-92AC-290B453B7377}"/>
          </ac:spMkLst>
        </pc:spChg>
      </pc:sldChg>
      <pc:sldChg chg="addSp delSp modSp add mod">
        <pc:chgData name="Siddharth Agarwal" userId="ee594093-10d0-4918-bdd9-be1c6ea55622" providerId="ADAL" clId="{E8A3CCC7-BDAF-4F44-85FD-AA71BA7932FE}" dt="2025-06-02T05:32:26.708" v="7272" actId="20577"/>
        <pc:sldMkLst>
          <pc:docMk/>
          <pc:sldMk cId="1217807842" sldId="2147473833"/>
        </pc:sldMkLst>
        <pc:spChg chg="mod">
          <ac:chgData name="Siddharth Agarwal" userId="ee594093-10d0-4918-bdd9-be1c6ea55622" providerId="ADAL" clId="{E8A3CCC7-BDAF-4F44-85FD-AA71BA7932FE}" dt="2025-05-13T08:53:27.004" v="2133" actId="20577"/>
          <ac:spMkLst>
            <pc:docMk/>
            <pc:sldMk cId="1217807842" sldId="2147473833"/>
            <ac:spMk id="2" creationId="{45B637A8-423D-01E2-9226-B30E7596ADF8}"/>
          </ac:spMkLst>
        </pc:spChg>
        <pc:spChg chg="mod">
          <ac:chgData name="Siddharth Agarwal" userId="ee594093-10d0-4918-bdd9-be1c6ea55622" providerId="ADAL" clId="{E8A3CCC7-BDAF-4F44-85FD-AA71BA7932FE}" dt="2025-05-13T09:38:24.137" v="2511" actId="404"/>
          <ac:spMkLst>
            <pc:docMk/>
            <pc:sldMk cId="1217807842" sldId="2147473833"/>
            <ac:spMk id="4" creationId="{F6F9840B-DF3B-C787-EDAA-C5F6EECA3B12}"/>
          </ac:spMkLst>
        </pc:spChg>
        <pc:spChg chg="mod">
          <ac:chgData name="Siddharth Agarwal" userId="ee594093-10d0-4918-bdd9-be1c6ea55622" providerId="ADAL" clId="{E8A3CCC7-BDAF-4F44-85FD-AA71BA7932FE}" dt="2025-05-13T09:38:24.137" v="2511" actId="404"/>
          <ac:spMkLst>
            <pc:docMk/>
            <pc:sldMk cId="1217807842" sldId="2147473833"/>
            <ac:spMk id="5" creationId="{2E112562-83BB-8143-9B39-7BD047D3DCC4}"/>
          </ac:spMkLst>
        </pc:spChg>
        <pc:spChg chg="add mod">
          <ac:chgData name="Siddharth Agarwal" userId="ee594093-10d0-4918-bdd9-be1c6ea55622" providerId="ADAL" clId="{E8A3CCC7-BDAF-4F44-85FD-AA71BA7932FE}" dt="2025-05-14T16:20:08.915" v="3226"/>
          <ac:spMkLst>
            <pc:docMk/>
            <pc:sldMk cId="1217807842" sldId="2147473833"/>
            <ac:spMk id="8" creationId="{CADD09F8-17D4-A17E-F67A-C7BCD82EB54A}"/>
          </ac:spMkLst>
        </pc:spChg>
        <pc:spChg chg="mod">
          <ac:chgData name="Siddharth Agarwal" userId="ee594093-10d0-4918-bdd9-be1c6ea55622" providerId="ADAL" clId="{E8A3CCC7-BDAF-4F44-85FD-AA71BA7932FE}" dt="2025-05-13T11:13:49.749" v="2597" actId="14100"/>
          <ac:spMkLst>
            <pc:docMk/>
            <pc:sldMk cId="1217807842" sldId="2147473833"/>
            <ac:spMk id="14" creationId="{E34B9437-E8E9-5E0A-94C4-336A740CECF4}"/>
          </ac:spMkLst>
        </pc:spChg>
        <pc:spChg chg="mod">
          <ac:chgData name="Siddharth Agarwal" userId="ee594093-10d0-4918-bdd9-be1c6ea55622" providerId="ADAL" clId="{E8A3CCC7-BDAF-4F44-85FD-AA71BA7932FE}" dt="2025-05-13T09:38:24.137" v="2511" actId="404"/>
          <ac:spMkLst>
            <pc:docMk/>
            <pc:sldMk cId="1217807842" sldId="2147473833"/>
            <ac:spMk id="59" creationId="{844B687B-7473-DD51-146E-5F46B381E6EF}"/>
          </ac:spMkLst>
        </pc:spChg>
        <pc:spChg chg="mod">
          <ac:chgData name="Siddharth Agarwal" userId="ee594093-10d0-4918-bdd9-be1c6ea55622" providerId="ADAL" clId="{E8A3CCC7-BDAF-4F44-85FD-AA71BA7932FE}" dt="2025-05-13T09:37:33.277" v="2497" actId="1038"/>
          <ac:spMkLst>
            <pc:docMk/>
            <pc:sldMk cId="1217807842" sldId="2147473833"/>
            <ac:spMk id="92" creationId="{9B86B4D4-47C2-C864-9890-628784F74754}"/>
          </ac:spMkLst>
        </pc:spChg>
        <pc:spChg chg="mod">
          <ac:chgData name="Siddharth Agarwal" userId="ee594093-10d0-4918-bdd9-be1c6ea55622" providerId="ADAL" clId="{E8A3CCC7-BDAF-4F44-85FD-AA71BA7932FE}" dt="2025-05-13T09:37:36.168" v="2504" actId="1038"/>
          <ac:spMkLst>
            <pc:docMk/>
            <pc:sldMk cId="1217807842" sldId="2147473833"/>
            <ac:spMk id="93" creationId="{D6DECA21-502D-5559-394E-0EE2558CC6FD}"/>
          </ac:spMkLst>
        </pc:spChg>
        <pc:spChg chg="mod">
          <ac:chgData name="Siddharth Agarwal" userId="ee594093-10d0-4918-bdd9-be1c6ea55622" providerId="ADAL" clId="{E8A3CCC7-BDAF-4F44-85FD-AA71BA7932FE}" dt="2025-05-13T09:37:41.296" v="2509" actId="1037"/>
          <ac:spMkLst>
            <pc:docMk/>
            <pc:sldMk cId="1217807842" sldId="2147473833"/>
            <ac:spMk id="94" creationId="{10673EF0-2352-6420-DDE1-CCD1A993AD38}"/>
          </ac:spMkLst>
        </pc:spChg>
        <pc:graphicFrameChg chg="mod">
          <ac:chgData name="Siddharth Agarwal" userId="ee594093-10d0-4918-bdd9-be1c6ea55622" providerId="ADAL" clId="{E8A3CCC7-BDAF-4F44-85FD-AA71BA7932FE}" dt="2025-05-27T07:47:55.048" v="4365" actId="207"/>
          <ac:graphicFrameMkLst>
            <pc:docMk/>
            <pc:sldMk cId="1217807842" sldId="2147473833"/>
            <ac:graphicFrameMk id="11" creationId="{3D394B8E-20CF-0D9D-413B-9F3EBBC9D649}"/>
          </ac:graphicFrameMkLst>
        </pc:graphicFrameChg>
        <pc:graphicFrameChg chg="mod modGraphic">
          <ac:chgData name="Siddharth Agarwal" userId="ee594093-10d0-4918-bdd9-be1c6ea55622" providerId="ADAL" clId="{E8A3CCC7-BDAF-4F44-85FD-AA71BA7932FE}" dt="2025-06-02T05:32:26.708" v="7272" actId="20577"/>
          <ac:graphicFrameMkLst>
            <pc:docMk/>
            <pc:sldMk cId="1217807842" sldId="2147473833"/>
            <ac:graphicFrameMk id="58" creationId="{87386252-FC6E-329E-7567-A66CE5396368}"/>
          </ac:graphicFrameMkLst>
        </pc:graphicFrameChg>
        <pc:cxnChg chg="add mod">
          <ac:chgData name="Siddharth Agarwal" userId="ee594093-10d0-4918-bdd9-be1c6ea55622" providerId="ADAL" clId="{E8A3CCC7-BDAF-4F44-85FD-AA71BA7932FE}" dt="2025-05-13T09:21:14.327" v="2462" actId="14100"/>
          <ac:cxnSpMkLst>
            <pc:docMk/>
            <pc:sldMk cId="1217807842" sldId="2147473833"/>
            <ac:cxnSpMk id="3" creationId="{591C11F4-A791-ABE9-DB10-5A6F8A405468}"/>
          </ac:cxnSpMkLst>
        </pc:cxnChg>
        <pc:cxnChg chg="add mod">
          <ac:chgData name="Siddharth Agarwal" userId="ee594093-10d0-4918-bdd9-be1c6ea55622" providerId="ADAL" clId="{E8A3CCC7-BDAF-4F44-85FD-AA71BA7932FE}" dt="2025-05-13T09:21:19.137" v="2463" actId="14100"/>
          <ac:cxnSpMkLst>
            <pc:docMk/>
            <pc:sldMk cId="1217807842" sldId="2147473833"/>
            <ac:cxnSpMk id="7" creationId="{4116219B-5457-7CFA-A82B-EDC7EB18D273}"/>
          </ac:cxnSpMkLst>
        </pc:cxnChg>
      </pc:sldChg>
      <pc:sldChg chg="addSp delSp modSp add mod">
        <pc:chgData name="Siddharth Agarwal" userId="ee594093-10d0-4918-bdd9-be1c6ea55622" providerId="ADAL" clId="{E8A3CCC7-BDAF-4F44-85FD-AA71BA7932FE}" dt="2025-06-18T11:17:30.831" v="8246" actId="27918"/>
        <pc:sldMkLst>
          <pc:docMk/>
          <pc:sldMk cId="2139876085" sldId="2147473834"/>
        </pc:sldMkLst>
        <pc:spChg chg="mod">
          <ac:chgData name="Siddharth Agarwal" userId="ee594093-10d0-4918-bdd9-be1c6ea55622" providerId="ADAL" clId="{E8A3CCC7-BDAF-4F44-85FD-AA71BA7932FE}" dt="2025-05-30T10:41:56.755" v="7079" actId="20577"/>
          <ac:spMkLst>
            <pc:docMk/>
            <pc:sldMk cId="2139876085" sldId="2147473834"/>
            <ac:spMk id="2" creationId="{728B9643-E0CB-EB6B-BB10-C52005931903}"/>
          </ac:spMkLst>
        </pc:spChg>
        <pc:spChg chg="add mod">
          <ac:chgData name="Siddharth Agarwal" userId="ee594093-10d0-4918-bdd9-be1c6ea55622" providerId="ADAL" clId="{E8A3CCC7-BDAF-4F44-85FD-AA71BA7932FE}" dt="2025-05-14T16:20:14.146" v="3228"/>
          <ac:spMkLst>
            <pc:docMk/>
            <pc:sldMk cId="2139876085" sldId="2147473834"/>
            <ac:spMk id="3" creationId="{47D21C10-73AA-F2C0-779D-83D74936207C}"/>
          </ac:spMkLst>
        </pc:spChg>
        <pc:spChg chg="mod">
          <ac:chgData name="Siddharth Agarwal" userId="ee594093-10d0-4918-bdd9-be1c6ea55622" providerId="ADAL" clId="{E8A3CCC7-BDAF-4F44-85FD-AA71BA7932FE}" dt="2025-06-02T04:11:13.313" v="7189" actId="20577"/>
          <ac:spMkLst>
            <pc:docMk/>
            <pc:sldMk cId="2139876085" sldId="2147473834"/>
            <ac:spMk id="14" creationId="{05A9C07B-2AEF-098C-1690-16DB185D5ACF}"/>
          </ac:spMkLst>
        </pc:spChg>
        <pc:spChg chg="mod">
          <ac:chgData name="Siddharth Agarwal" userId="ee594093-10d0-4918-bdd9-be1c6ea55622" providerId="ADAL" clId="{E8A3CCC7-BDAF-4F44-85FD-AA71BA7932FE}" dt="2025-05-14T05:44:55.068" v="2653" actId="20577"/>
          <ac:spMkLst>
            <pc:docMk/>
            <pc:sldMk cId="2139876085" sldId="2147473834"/>
            <ac:spMk id="93" creationId="{DCFF7736-5F03-D306-1729-78279095CE81}"/>
          </ac:spMkLst>
        </pc:spChg>
        <pc:spChg chg="mod">
          <ac:chgData name="Siddharth Agarwal" userId="ee594093-10d0-4918-bdd9-be1c6ea55622" providerId="ADAL" clId="{E8A3CCC7-BDAF-4F44-85FD-AA71BA7932FE}" dt="2025-05-14T05:45:00.510" v="2656" actId="20577"/>
          <ac:spMkLst>
            <pc:docMk/>
            <pc:sldMk cId="2139876085" sldId="2147473834"/>
            <ac:spMk id="94" creationId="{B8FD0E32-BDAB-0C57-AD51-96101C411634}"/>
          </ac:spMkLst>
        </pc:spChg>
        <pc:graphicFrameChg chg="mod">
          <ac:chgData name="Siddharth Agarwal" userId="ee594093-10d0-4918-bdd9-be1c6ea55622" providerId="ADAL" clId="{E8A3CCC7-BDAF-4F44-85FD-AA71BA7932FE}" dt="2025-05-27T07:48:00.632" v="4366" actId="207"/>
          <ac:graphicFrameMkLst>
            <pc:docMk/>
            <pc:sldMk cId="2139876085" sldId="2147473834"/>
            <ac:graphicFrameMk id="11" creationId="{5BFBC929-FA25-7C4D-8A1F-00933C643BBD}"/>
          </ac:graphicFrameMkLst>
        </pc:graphicFrameChg>
        <pc:graphicFrameChg chg="mod modGraphic">
          <ac:chgData name="Siddharth Agarwal" userId="ee594093-10d0-4918-bdd9-be1c6ea55622" providerId="ADAL" clId="{E8A3CCC7-BDAF-4F44-85FD-AA71BA7932FE}" dt="2025-06-02T05:32:32.314" v="7274" actId="20577"/>
          <ac:graphicFrameMkLst>
            <pc:docMk/>
            <pc:sldMk cId="2139876085" sldId="2147473834"/>
            <ac:graphicFrameMk id="58" creationId="{378CA8E1-8A15-6C5C-0CCE-AC10BFAC7E1E}"/>
          </ac:graphicFrameMkLst>
        </pc:graphicFrameChg>
        <pc:cxnChg chg="mod">
          <ac:chgData name="Siddharth Agarwal" userId="ee594093-10d0-4918-bdd9-be1c6ea55622" providerId="ADAL" clId="{E8A3CCC7-BDAF-4F44-85FD-AA71BA7932FE}" dt="2025-05-14T05:38:17.079" v="2611" actId="1076"/>
          <ac:cxnSpMkLst>
            <pc:docMk/>
            <pc:sldMk cId="2139876085" sldId="2147473834"/>
            <ac:cxnSpMk id="7" creationId="{4B1AED21-A585-E559-0FC1-F03FFCF067EB}"/>
          </ac:cxnSpMkLst>
        </pc:cxnChg>
      </pc:sldChg>
      <pc:sldChg chg="modSp add del mod">
        <pc:chgData name="Siddharth Agarwal" userId="ee594093-10d0-4918-bdd9-be1c6ea55622" providerId="ADAL" clId="{E8A3CCC7-BDAF-4F44-85FD-AA71BA7932FE}" dt="2025-05-14T05:51:54.064" v="3063" actId="47"/>
        <pc:sldMkLst>
          <pc:docMk/>
          <pc:sldMk cId="0" sldId="2147473835"/>
        </pc:sldMkLst>
      </pc:sldChg>
      <pc:sldChg chg="addSp modSp add mod">
        <pc:chgData name="Siddharth Agarwal" userId="ee594093-10d0-4918-bdd9-be1c6ea55622" providerId="ADAL" clId="{E8A3CCC7-BDAF-4F44-85FD-AA71BA7932FE}" dt="2025-06-04T10:33:09.090" v="7522" actId="1076"/>
        <pc:sldMkLst>
          <pc:docMk/>
          <pc:sldMk cId="2885326063" sldId="2147473835"/>
        </pc:sldMkLst>
        <pc:spChg chg="mod">
          <ac:chgData name="Siddharth Agarwal" userId="ee594093-10d0-4918-bdd9-be1c6ea55622" providerId="ADAL" clId="{E8A3CCC7-BDAF-4F44-85FD-AA71BA7932FE}" dt="2025-06-02T05:41:29.004" v="7350" actId="20577"/>
          <ac:spMkLst>
            <pc:docMk/>
            <pc:sldMk cId="2885326063" sldId="2147473835"/>
            <ac:spMk id="2" creationId="{17DB70CE-32BE-209D-C883-3F6AA12297A9}"/>
          </ac:spMkLst>
        </pc:spChg>
        <pc:spChg chg="add mod">
          <ac:chgData name="Siddharth Agarwal" userId="ee594093-10d0-4918-bdd9-be1c6ea55622" providerId="ADAL" clId="{E8A3CCC7-BDAF-4F44-85FD-AA71BA7932FE}" dt="2025-06-04T10:33:09.090" v="7522" actId="1076"/>
          <ac:spMkLst>
            <pc:docMk/>
            <pc:sldMk cId="2885326063" sldId="2147473835"/>
            <ac:spMk id="8" creationId="{B863C501-F11E-A2CB-40B9-702EDCE0ADF8}"/>
          </ac:spMkLst>
        </pc:spChg>
        <pc:spChg chg="mod">
          <ac:chgData name="Siddharth Agarwal" userId="ee594093-10d0-4918-bdd9-be1c6ea55622" providerId="ADAL" clId="{E8A3CCC7-BDAF-4F44-85FD-AA71BA7932FE}" dt="2025-06-02T05:42:08.082" v="7436" actId="20577"/>
          <ac:spMkLst>
            <pc:docMk/>
            <pc:sldMk cId="2885326063" sldId="2147473835"/>
            <ac:spMk id="14" creationId="{9F212BF0-3CC6-1D21-CE35-BC9CC9FF3207}"/>
          </ac:spMkLst>
        </pc:spChg>
        <pc:spChg chg="mod">
          <ac:chgData name="Siddharth Agarwal" userId="ee594093-10d0-4918-bdd9-be1c6ea55622" providerId="ADAL" clId="{E8A3CCC7-BDAF-4F44-85FD-AA71BA7932FE}" dt="2025-05-26T04:59:06.787" v="3395" actId="20577"/>
          <ac:spMkLst>
            <pc:docMk/>
            <pc:sldMk cId="2885326063" sldId="2147473835"/>
            <ac:spMk id="93" creationId="{0AF6CC11-B8C4-58B7-68DF-2E12578708C6}"/>
          </ac:spMkLst>
        </pc:spChg>
        <pc:spChg chg="mod">
          <ac:chgData name="Siddharth Agarwal" userId="ee594093-10d0-4918-bdd9-be1c6ea55622" providerId="ADAL" clId="{E8A3CCC7-BDAF-4F44-85FD-AA71BA7932FE}" dt="2025-05-26T04:59:13.896" v="3398" actId="20577"/>
          <ac:spMkLst>
            <pc:docMk/>
            <pc:sldMk cId="2885326063" sldId="2147473835"/>
            <ac:spMk id="94" creationId="{8430D3F2-C17D-4AE1-4052-D4134E9839E4}"/>
          </ac:spMkLst>
        </pc:spChg>
        <pc:graphicFrameChg chg="mod">
          <ac:chgData name="Siddharth Agarwal" userId="ee594093-10d0-4918-bdd9-be1c6ea55622" providerId="ADAL" clId="{E8A3CCC7-BDAF-4F44-85FD-AA71BA7932FE}" dt="2025-05-27T07:48:05.457" v="4367" actId="207"/>
          <ac:graphicFrameMkLst>
            <pc:docMk/>
            <pc:sldMk cId="2885326063" sldId="2147473835"/>
            <ac:graphicFrameMk id="11" creationId="{02FAD13D-BB1F-4681-34AF-EDAB3EE82EEC}"/>
          </ac:graphicFrameMkLst>
        </pc:graphicFrameChg>
        <pc:graphicFrameChg chg="modGraphic">
          <ac:chgData name="Siddharth Agarwal" userId="ee594093-10d0-4918-bdd9-be1c6ea55622" providerId="ADAL" clId="{E8A3CCC7-BDAF-4F44-85FD-AA71BA7932FE}" dt="2025-06-02T05:29:13.774" v="7266" actId="20577"/>
          <ac:graphicFrameMkLst>
            <pc:docMk/>
            <pc:sldMk cId="2885326063" sldId="2147473835"/>
            <ac:graphicFrameMk id="58" creationId="{6F7F07F2-CF59-E3A9-FCB3-4C6A7F7F0068}"/>
          </ac:graphicFrameMkLst>
        </pc:graphicFrameChg>
        <pc:cxnChg chg="mod">
          <ac:chgData name="Siddharth Agarwal" userId="ee594093-10d0-4918-bdd9-be1c6ea55622" providerId="ADAL" clId="{E8A3CCC7-BDAF-4F44-85FD-AA71BA7932FE}" dt="2025-05-26T04:59:24.311" v="3401" actId="1076"/>
          <ac:cxnSpMkLst>
            <pc:docMk/>
            <pc:sldMk cId="2885326063" sldId="2147473835"/>
            <ac:cxnSpMk id="7" creationId="{FD5601FA-7F00-3592-AE53-AA1C16C24D94}"/>
          </ac:cxnSpMkLst>
        </pc:cxnChg>
      </pc:sldChg>
      <pc:sldChg chg="add">
        <pc:chgData name="Siddharth Agarwal" userId="ee594093-10d0-4918-bdd9-be1c6ea55622" providerId="ADAL" clId="{E8A3CCC7-BDAF-4F44-85FD-AA71BA7932FE}" dt="2025-05-27T09:11:07.791" v="4368"/>
        <pc:sldMkLst>
          <pc:docMk/>
          <pc:sldMk cId="2793498118" sldId="2147473836"/>
        </pc:sldMkLst>
      </pc:sldChg>
      <pc:sldChg chg="delSp add del mod">
        <pc:chgData name="Siddharth Agarwal" userId="ee594093-10d0-4918-bdd9-be1c6ea55622" providerId="ADAL" clId="{E8A3CCC7-BDAF-4F44-85FD-AA71BA7932FE}" dt="2025-05-27T10:02:14.894" v="5976" actId="47"/>
        <pc:sldMkLst>
          <pc:docMk/>
          <pc:sldMk cId="3416576672" sldId="2147473837"/>
        </pc:sldMkLst>
      </pc:sldChg>
      <pc:sldChg chg="add">
        <pc:chgData name="Siddharth Agarwal" userId="ee594093-10d0-4918-bdd9-be1c6ea55622" providerId="ADAL" clId="{E8A3CCC7-BDAF-4F44-85FD-AA71BA7932FE}" dt="2025-05-27T10:02:12.719" v="5975"/>
        <pc:sldMkLst>
          <pc:docMk/>
          <pc:sldMk cId="3697547335" sldId="2147473846"/>
        </pc:sldMkLst>
      </pc:sldChg>
      <pc:sldChg chg="addSp delSp modSp add mod">
        <pc:chgData name="Siddharth Agarwal" userId="ee594093-10d0-4918-bdd9-be1c6ea55622" providerId="ADAL" clId="{E8A3CCC7-BDAF-4F44-85FD-AA71BA7932FE}" dt="2025-06-04T10:25:39.685" v="7501" actId="1076"/>
        <pc:sldMkLst>
          <pc:docMk/>
          <pc:sldMk cId="3235017108" sldId="2147473847"/>
        </pc:sldMkLst>
        <pc:spChg chg="mod">
          <ac:chgData name="Siddharth Agarwal" userId="ee594093-10d0-4918-bdd9-be1c6ea55622" providerId="ADAL" clId="{E8A3CCC7-BDAF-4F44-85FD-AA71BA7932FE}" dt="2025-05-27T10:07:27.197" v="6140" actId="27636"/>
          <ac:spMkLst>
            <pc:docMk/>
            <pc:sldMk cId="3235017108" sldId="2147473847"/>
            <ac:spMk id="2" creationId="{BB1C4FB4-FECB-87B7-FDDB-F6C06D153FB2}"/>
          </ac:spMkLst>
        </pc:spChg>
        <pc:spChg chg="mod">
          <ac:chgData name="Siddharth Agarwal" userId="ee594093-10d0-4918-bdd9-be1c6ea55622" providerId="ADAL" clId="{E8A3CCC7-BDAF-4F44-85FD-AA71BA7932FE}" dt="2025-05-28T09:28:06.623" v="7043"/>
          <ac:spMkLst>
            <pc:docMk/>
            <pc:sldMk cId="3235017108" sldId="2147473847"/>
            <ac:spMk id="8" creationId="{062F73F2-260C-9DF8-58D2-66DD3C72D883}"/>
          </ac:spMkLst>
        </pc:spChg>
        <pc:spChg chg="mod">
          <ac:chgData name="Siddharth Agarwal" userId="ee594093-10d0-4918-bdd9-be1c6ea55622" providerId="ADAL" clId="{E8A3CCC7-BDAF-4F44-85FD-AA71BA7932FE}" dt="2025-05-27T10:06:30.175" v="5989" actId="20577"/>
          <ac:spMkLst>
            <pc:docMk/>
            <pc:sldMk cId="3235017108" sldId="2147473847"/>
            <ac:spMk id="9" creationId="{AE35CF27-FC43-89E8-8822-BF72F2E944CF}"/>
          </ac:spMkLst>
        </pc:spChg>
        <pc:spChg chg="mod">
          <ac:chgData name="Siddharth Agarwal" userId="ee594093-10d0-4918-bdd9-be1c6ea55622" providerId="ADAL" clId="{E8A3CCC7-BDAF-4F44-85FD-AA71BA7932FE}" dt="2025-05-27T10:06:34.135" v="5994" actId="20577"/>
          <ac:spMkLst>
            <pc:docMk/>
            <pc:sldMk cId="3235017108" sldId="2147473847"/>
            <ac:spMk id="10" creationId="{299787CB-AA2D-F21B-9AE1-CA6CB50A7DF2}"/>
          </ac:spMkLst>
        </pc:spChg>
        <pc:spChg chg="mod">
          <ac:chgData name="Siddharth Agarwal" userId="ee594093-10d0-4918-bdd9-be1c6ea55622" providerId="ADAL" clId="{E8A3CCC7-BDAF-4F44-85FD-AA71BA7932FE}" dt="2025-05-28T09:28:06.623" v="7043"/>
          <ac:spMkLst>
            <pc:docMk/>
            <pc:sldMk cId="3235017108" sldId="2147473847"/>
            <ac:spMk id="16" creationId="{8398077E-133F-C785-2D45-87CE74E768CB}"/>
          </ac:spMkLst>
        </pc:spChg>
        <pc:spChg chg="add mod">
          <ac:chgData name="Siddharth Agarwal" userId="ee594093-10d0-4918-bdd9-be1c6ea55622" providerId="ADAL" clId="{E8A3CCC7-BDAF-4F44-85FD-AA71BA7932FE}" dt="2025-06-04T10:25:28.091" v="7499" actId="1076"/>
          <ac:spMkLst>
            <pc:docMk/>
            <pc:sldMk cId="3235017108" sldId="2147473847"/>
            <ac:spMk id="25" creationId="{745391D4-EBA2-45B0-6379-506814ACAF69}"/>
          </ac:spMkLst>
        </pc:spChg>
        <pc:spChg chg="add mod">
          <ac:chgData name="Siddharth Agarwal" userId="ee594093-10d0-4918-bdd9-be1c6ea55622" providerId="ADAL" clId="{E8A3CCC7-BDAF-4F44-85FD-AA71BA7932FE}" dt="2025-06-04T10:25:39.685" v="7501" actId="1076"/>
          <ac:spMkLst>
            <pc:docMk/>
            <pc:sldMk cId="3235017108" sldId="2147473847"/>
            <ac:spMk id="28" creationId="{EFEB3CF7-572A-86FA-5593-388E6864BDE0}"/>
          </ac:spMkLst>
        </pc:spChg>
        <pc:spChg chg="add mod">
          <ac:chgData name="Siddharth Agarwal" userId="ee594093-10d0-4918-bdd9-be1c6ea55622" providerId="ADAL" clId="{E8A3CCC7-BDAF-4F44-85FD-AA71BA7932FE}" dt="2025-06-04T10:25:25.353" v="7498" actId="1076"/>
          <ac:spMkLst>
            <pc:docMk/>
            <pc:sldMk cId="3235017108" sldId="2147473847"/>
            <ac:spMk id="29" creationId="{8D7C1C48-1A41-6C52-CCBD-C093D9900844}"/>
          </ac:spMkLst>
        </pc:spChg>
        <pc:spChg chg="mod">
          <ac:chgData name="Siddharth Agarwal" userId="ee594093-10d0-4918-bdd9-be1c6ea55622" providerId="ADAL" clId="{E8A3CCC7-BDAF-4F44-85FD-AA71BA7932FE}" dt="2025-05-27T10:06:24.885" v="5983" actId="20577"/>
          <ac:spMkLst>
            <pc:docMk/>
            <pc:sldMk cId="3235017108" sldId="2147473847"/>
            <ac:spMk id="30" creationId="{E0431D00-A45C-D672-D48C-14BC0315B6F6}"/>
          </ac:spMkLst>
        </pc:spChg>
        <pc:spChg chg="add mod">
          <ac:chgData name="Siddharth Agarwal" userId="ee594093-10d0-4918-bdd9-be1c6ea55622" providerId="ADAL" clId="{E8A3CCC7-BDAF-4F44-85FD-AA71BA7932FE}" dt="2025-06-04T10:25:20.731" v="7497" actId="403"/>
          <ac:spMkLst>
            <pc:docMk/>
            <pc:sldMk cId="3235017108" sldId="2147473847"/>
            <ac:spMk id="34" creationId="{D8B78E7E-8B0C-5400-8BB7-D467C9088643}"/>
          </ac:spMkLst>
        </pc:spChg>
        <pc:spChg chg="add mod">
          <ac:chgData name="Siddharth Agarwal" userId="ee594093-10d0-4918-bdd9-be1c6ea55622" providerId="ADAL" clId="{E8A3CCC7-BDAF-4F44-85FD-AA71BA7932FE}" dt="2025-06-04T10:25:33.781" v="7500" actId="1076"/>
          <ac:spMkLst>
            <pc:docMk/>
            <pc:sldMk cId="3235017108" sldId="2147473847"/>
            <ac:spMk id="37" creationId="{A9400ED1-56E7-2000-54F5-82A6CDC50F0A}"/>
          </ac:spMkLst>
        </pc:spChg>
        <pc:spChg chg="add mod">
          <ac:chgData name="Siddharth Agarwal" userId="ee594093-10d0-4918-bdd9-be1c6ea55622" providerId="ADAL" clId="{E8A3CCC7-BDAF-4F44-85FD-AA71BA7932FE}" dt="2025-06-04T10:25:20.731" v="7497" actId="403"/>
          <ac:spMkLst>
            <pc:docMk/>
            <pc:sldMk cId="3235017108" sldId="2147473847"/>
            <ac:spMk id="41" creationId="{207ED1EF-D771-7C96-0418-7E8C0F2A3C47}"/>
          </ac:spMkLst>
        </pc:spChg>
        <pc:grpChg chg="add mod">
          <ac:chgData name="Siddharth Agarwal" userId="ee594093-10d0-4918-bdd9-be1c6ea55622" providerId="ADAL" clId="{E8A3CCC7-BDAF-4F44-85FD-AA71BA7932FE}" dt="2025-05-28T09:28:06.623" v="7043"/>
          <ac:grpSpMkLst>
            <pc:docMk/>
            <pc:sldMk cId="3235017108" sldId="2147473847"/>
            <ac:grpSpMk id="3" creationId="{6BE066EA-2856-4879-DACF-E7605CDCD8A2}"/>
          </ac:grpSpMkLst>
        </pc:grpChg>
        <pc:grpChg chg="add mod">
          <ac:chgData name="Siddharth Agarwal" userId="ee594093-10d0-4918-bdd9-be1c6ea55622" providerId="ADAL" clId="{E8A3CCC7-BDAF-4F44-85FD-AA71BA7932FE}" dt="2025-05-28T09:28:06.623" v="7043"/>
          <ac:grpSpMkLst>
            <pc:docMk/>
            <pc:sldMk cId="3235017108" sldId="2147473847"/>
            <ac:grpSpMk id="14" creationId="{A81189D5-A08A-CD46-96FD-1E2B591894CE}"/>
          </ac:grpSpMkLst>
        </pc:grpChg>
        <pc:picChg chg="add mod">
          <ac:chgData name="Siddharth Agarwal" userId="ee594093-10d0-4918-bdd9-be1c6ea55622" providerId="ADAL" clId="{E8A3CCC7-BDAF-4F44-85FD-AA71BA7932FE}" dt="2025-05-27T10:41:42.525" v="6471" actId="1076"/>
          <ac:picMkLst>
            <pc:docMk/>
            <pc:sldMk cId="3235017108" sldId="2147473847"/>
            <ac:picMk id="5" creationId="{98E49BF1-60FD-6D32-886D-996159DEFA24}"/>
          </ac:picMkLst>
        </pc:picChg>
        <pc:picChg chg="add mod">
          <ac:chgData name="Siddharth Agarwal" userId="ee594093-10d0-4918-bdd9-be1c6ea55622" providerId="ADAL" clId="{E8A3CCC7-BDAF-4F44-85FD-AA71BA7932FE}" dt="2025-05-27T10:38:06.182" v="6421" actId="1038"/>
          <ac:picMkLst>
            <pc:docMk/>
            <pc:sldMk cId="3235017108" sldId="2147473847"/>
            <ac:picMk id="11" creationId="{DE278000-048D-8676-8B37-0D688EB4B031}"/>
          </ac:picMkLst>
        </pc:picChg>
        <pc:picChg chg="add mod">
          <ac:chgData name="Siddharth Agarwal" userId="ee594093-10d0-4918-bdd9-be1c6ea55622" providerId="ADAL" clId="{E8A3CCC7-BDAF-4F44-85FD-AA71BA7932FE}" dt="2025-05-27T10:39:25.614" v="6432" actId="14100"/>
          <ac:picMkLst>
            <pc:docMk/>
            <pc:sldMk cId="3235017108" sldId="2147473847"/>
            <ac:picMk id="13" creationId="{3F4E194D-6BB9-99DD-EF04-D8667EE30451}"/>
          </ac:picMkLst>
        </pc:picChg>
        <pc:picChg chg="add mod">
          <ac:chgData name="Siddharth Agarwal" userId="ee594093-10d0-4918-bdd9-be1c6ea55622" providerId="ADAL" clId="{E8A3CCC7-BDAF-4F44-85FD-AA71BA7932FE}" dt="2025-05-27T10:39:34.133" v="6434" actId="14100"/>
          <ac:picMkLst>
            <pc:docMk/>
            <pc:sldMk cId="3235017108" sldId="2147473847"/>
            <ac:picMk id="15" creationId="{FA3D0F19-E6CB-11DE-0E1A-832FEBE4DFFE}"/>
          </ac:picMkLst>
        </pc:picChg>
        <pc:picChg chg="add mod">
          <ac:chgData name="Siddharth Agarwal" userId="ee594093-10d0-4918-bdd9-be1c6ea55622" providerId="ADAL" clId="{E8A3CCC7-BDAF-4F44-85FD-AA71BA7932FE}" dt="2025-06-04T10:22:38.530" v="7467" actId="1076"/>
          <ac:picMkLst>
            <pc:docMk/>
            <pc:sldMk cId="3235017108" sldId="2147473847"/>
            <ac:picMk id="21" creationId="{96D0E4D7-2A6D-EBE2-D98C-064F9326CF90}"/>
          </ac:picMkLst>
        </pc:picChg>
        <pc:picChg chg="add mod">
          <ac:chgData name="Siddharth Agarwal" userId="ee594093-10d0-4918-bdd9-be1c6ea55622" providerId="ADAL" clId="{E8A3CCC7-BDAF-4F44-85FD-AA71BA7932FE}" dt="2025-06-04T10:23:56.600" v="7472" actId="1035"/>
          <ac:picMkLst>
            <pc:docMk/>
            <pc:sldMk cId="3235017108" sldId="2147473847"/>
            <ac:picMk id="26" creationId="{CA330EF6-EB94-0440-D79C-54C26B47E529}"/>
          </ac:picMkLst>
        </pc:picChg>
        <pc:cxnChg chg="mod">
          <ac:chgData name="Siddharth Agarwal" userId="ee594093-10d0-4918-bdd9-be1c6ea55622" providerId="ADAL" clId="{E8A3CCC7-BDAF-4F44-85FD-AA71BA7932FE}" dt="2025-05-28T09:28:06.623" v="7043"/>
          <ac:cxnSpMkLst>
            <pc:docMk/>
            <pc:sldMk cId="3235017108" sldId="2147473847"/>
            <ac:cxnSpMk id="12" creationId="{02A6FDDD-F754-43DE-AEB5-E34278E29588}"/>
          </ac:cxnSpMkLst>
        </pc:cxnChg>
        <pc:cxnChg chg="mod">
          <ac:chgData name="Siddharth Agarwal" userId="ee594093-10d0-4918-bdd9-be1c6ea55622" providerId="ADAL" clId="{E8A3CCC7-BDAF-4F44-85FD-AA71BA7932FE}" dt="2025-05-28T09:28:06.623" v="7043"/>
          <ac:cxnSpMkLst>
            <pc:docMk/>
            <pc:sldMk cId="3235017108" sldId="2147473847"/>
            <ac:cxnSpMk id="18" creationId="{F03D6FA9-3A29-C9FF-7D94-36444B539E0B}"/>
          </ac:cxnSpMkLst>
        </pc:cxnChg>
        <pc:cxnChg chg="add mod">
          <ac:chgData name="Siddharth Agarwal" userId="ee594093-10d0-4918-bdd9-be1c6ea55622" providerId="ADAL" clId="{E8A3CCC7-BDAF-4F44-85FD-AA71BA7932FE}" dt="2025-05-27T10:41:46.493" v="6472" actId="1076"/>
          <ac:cxnSpMkLst>
            <pc:docMk/>
            <pc:sldMk cId="3235017108" sldId="2147473847"/>
            <ac:cxnSpMk id="23" creationId="{807E1AEA-1863-23CA-3E74-61C3751B3CA8}"/>
          </ac:cxnSpMkLst>
        </pc:cxnChg>
        <pc:cxnChg chg="add mod">
          <ac:chgData name="Siddharth Agarwal" userId="ee594093-10d0-4918-bdd9-be1c6ea55622" providerId="ADAL" clId="{E8A3CCC7-BDAF-4F44-85FD-AA71BA7932FE}" dt="2025-05-27T10:41:53.739" v="6477" actId="1035"/>
          <ac:cxnSpMkLst>
            <pc:docMk/>
            <pc:sldMk cId="3235017108" sldId="2147473847"/>
            <ac:cxnSpMk id="27" creationId="{E41D8EBF-DF05-50EB-F004-45890E981A01}"/>
          </ac:cxnSpMkLst>
        </pc:cxnChg>
        <pc:cxnChg chg="add mod">
          <ac:chgData name="Siddharth Agarwal" userId="ee594093-10d0-4918-bdd9-be1c6ea55622" providerId="ADAL" clId="{E8A3CCC7-BDAF-4F44-85FD-AA71BA7932FE}" dt="2025-05-27T10:42:00.775" v="6479" actId="1076"/>
          <ac:cxnSpMkLst>
            <pc:docMk/>
            <pc:sldMk cId="3235017108" sldId="2147473847"/>
            <ac:cxnSpMk id="32" creationId="{FAC35A94-711D-1846-8474-D0042A3B80B7}"/>
          </ac:cxnSpMkLst>
        </pc:cxnChg>
        <pc:cxnChg chg="add mod">
          <ac:chgData name="Siddharth Agarwal" userId="ee594093-10d0-4918-bdd9-be1c6ea55622" providerId="ADAL" clId="{E8A3CCC7-BDAF-4F44-85FD-AA71BA7932FE}" dt="2025-05-27T10:42:09.795" v="6483" actId="1037"/>
          <ac:cxnSpMkLst>
            <pc:docMk/>
            <pc:sldMk cId="3235017108" sldId="2147473847"/>
            <ac:cxnSpMk id="33" creationId="{3BE782B3-7E04-35B6-655F-5DF9ADE908ED}"/>
          </ac:cxnSpMkLst>
        </pc:cxnChg>
        <pc:cxnChg chg="add mod">
          <ac:chgData name="Siddharth Agarwal" userId="ee594093-10d0-4918-bdd9-be1c6ea55622" providerId="ADAL" clId="{E8A3CCC7-BDAF-4F44-85FD-AA71BA7932FE}" dt="2025-05-27T10:42:28.415" v="6488" actId="1076"/>
          <ac:cxnSpMkLst>
            <pc:docMk/>
            <pc:sldMk cId="3235017108" sldId="2147473847"/>
            <ac:cxnSpMk id="35" creationId="{024BB4A4-8B9F-89F8-E9E3-6E8C722206A7}"/>
          </ac:cxnSpMkLst>
        </pc:cxnChg>
        <pc:cxnChg chg="add mod">
          <ac:chgData name="Siddharth Agarwal" userId="ee594093-10d0-4918-bdd9-be1c6ea55622" providerId="ADAL" clId="{E8A3CCC7-BDAF-4F44-85FD-AA71BA7932FE}" dt="2025-06-04T10:24:17.798" v="7481" actId="1038"/>
          <ac:cxnSpMkLst>
            <pc:docMk/>
            <pc:sldMk cId="3235017108" sldId="2147473847"/>
            <ac:cxnSpMk id="36" creationId="{DEFC2340-3272-D3A9-50BD-154084BD2669}"/>
          </ac:cxnSpMkLst>
        </pc:cxnChg>
        <pc:cxnChg chg="add mod">
          <ac:chgData name="Siddharth Agarwal" userId="ee594093-10d0-4918-bdd9-be1c6ea55622" providerId="ADAL" clId="{E8A3CCC7-BDAF-4F44-85FD-AA71BA7932FE}" dt="2025-06-04T10:24:41.407" v="7484" actId="1076"/>
          <ac:cxnSpMkLst>
            <pc:docMk/>
            <pc:sldMk cId="3235017108" sldId="2147473847"/>
            <ac:cxnSpMk id="38" creationId="{43F0FD53-A17A-2B5B-A6ED-138A6701B041}"/>
          </ac:cxnSpMkLst>
        </pc:cxnChg>
        <pc:cxnChg chg="add mod">
          <ac:chgData name="Siddharth Agarwal" userId="ee594093-10d0-4918-bdd9-be1c6ea55622" providerId="ADAL" clId="{E8A3CCC7-BDAF-4F44-85FD-AA71BA7932FE}" dt="2025-05-27T10:49:29.593" v="6498" actId="1035"/>
          <ac:cxnSpMkLst>
            <pc:docMk/>
            <pc:sldMk cId="3235017108" sldId="2147473847"/>
            <ac:cxnSpMk id="40" creationId="{F81170B6-EF02-CA75-17FD-D1F58639EF07}"/>
          </ac:cxnSpMkLst>
        </pc:cxnChg>
        <pc:cxnChg chg="add mod">
          <ac:chgData name="Siddharth Agarwal" userId="ee594093-10d0-4918-bdd9-be1c6ea55622" providerId="ADAL" clId="{E8A3CCC7-BDAF-4F44-85FD-AA71BA7932FE}" dt="2025-05-27T10:49:59.158" v="6502" actId="1076"/>
          <ac:cxnSpMkLst>
            <pc:docMk/>
            <pc:sldMk cId="3235017108" sldId="2147473847"/>
            <ac:cxnSpMk id="42" creationId="{077D49F2-2210-A7F7-6676-7A542CA1FB1E}"/>
          </ac:cxnSpMkLst>
        </pc:cxnChg>
        <pc:cxnChg chg="add mod">
          <ac:chgData name="Siddharth Agarwal" userId="ee594093-10d0-4918-bdd9-be1c6ea55622" providerId="ADAL" clId="{E8A3CCC7-BDAF-4F44-85FD-AA71BA7932FE}" dt="2025-05-27T10:49:59.158" v="6502" actId="1076"/>
          <ac:cxnSpMkLst>
            <pc:docMk/>
            <pc:sldMk cId="3235017108" sldId="2147473847"/>
            <ac:cxnSpMk id="43" creationId="{F23B2605-E3D2-C4D1-00F0-FB03015843B5}"/>
          </ac:cxnSpMkLst>
        </pc:cxnChg>
        <pc:cxnChg chg="add mod">
          <ac:chgData name="Siddharth Agarwal" userId="ee594093-10d0-4918-bdd9-be1c6ea55622" providerId="ADAL" clId="{E8A3CCC7-BDAF-4F44-85FD-AA71BA7932FE}" dt="2025-06-04T10:24:53.165" v="7490" actId="1038"/>
          <ac:cxnSpMkLst>
            <pc:docMk/>
            <pc:sldMk cId="3235017108" sldId="2147473847"/>
            <ac:cxnSpMk id="44" creationId="{38FB8B8A-A70D-E249-A4B2-59F02D1582B5}"/>
          </ac:cxnSpMkLst>
        </pc:cxnChg>
        <pc:cxnChg chg="add mod">
          <ac:chgData name="Siddharth Agarwal" userId="ee594093-10d0-4918-bdd9-be1c6ea55622" providerId="ADAL" clId="{E8A3CCC7-BDAF-4F44-85FD-AA71BA7932FE}" dt="2025-06-04T10:24:53.165" v="7490" actId="1038"/>
          <ac:cxnSpMkLst>
            <pc:docMk/>
            <pc:sldMk cId="3235017108" sldId="2147473847"/>
            <ac:cxnSpMk id="45" creationId="{5AE29EB6-9CFA-58AE-63DD-C795C248DCF4}"/>
          </ac:cxnSpMkLst>
        </pc:cxnChg>
      </pc:sldChg>
      <pc:sldChg chg="new del">
        <pc:chgData name="Siddharth Agarwal" userId="ee594093-10d0-4918-bdd9-be1c6ea55622" providerId="ADAL" clId="{E8A3CCC7-BDAF-4F44-85FD-AA71BA7932FE}" dt="2025-05-27T10:05:40.578" v="5978" actId="2696"/>
        <pc:sldMkLst>
          <pc:docMk/>
          <pc:sldMk cId="3584241588" sldId="2147473847"/>
        </pc:sldMkLst>
      </pc:sldChg>
      <pc:sldChg chg="addSp delSp modSp add mod ord">
        <pc:chgData name="Siddharth Agarwal" userId="ee594093-10d0-4918-bdd9-be1c6ea55622" providerId="ADAL" clId="{E8A3CCC7-BDAF-4F44-85FD-AA71BA7932FE}" dt="2025-06-04T10:25:52.750" v="7504" actId="1076"/>
        <pc:sldMkLst>
          <pc:docMk/>
          <pc:sldMk cId="473679687" sldId="2147473848"/>
        </pc:sldMkLst>
        <pc:spChg chg="mod">
          <ac:chgData name="Siddharth Agarwal" userId="ee594093-10d0-4918-bdd9-be1c6ea55622" providerId="ADAL" clId="{E8A3CCC7-BDAF-4F44-85FD-AA71BA7932FE}" dt="2025-05-27T10:09:21.054" v="6278" actId="20577"/>
          <ac:spMkLst>
            <pc:docMk/>
            <pc:sldMk cId="473679687" sldId="2147473848"/>
            <ac:spMk id="2" creationId="{938D059F-BE5C-E55C-5353-3D31C3D372B3}"/>
          </ac:spMkLst>
        </pc:spChg>
        <pc:spChg chg="mod">
          <ac:chgData name="Siddharth Agarwal" userId="ee594093-10d0-4918-bdd9-be1c6ea55622" providerId="ADAL" clId="{E8A3CCC7-BDAF-4F44-85FD-AA71BA7932FE}" dt="2025-05-28T09:28:08.761" v="7044"/>
          <ac:spMkLst>
            <pc:docMk/>
            <pc:sldMk cId="473679687" sldId="2147473848"/>
            <ac:spMk id="5" creationId="{A10B6A64-DE4B-07A7-01CD-DA1F0555FAA6}"/>
          </ac:spMkLst>
        </pc:spChg>
        <pc:spChg chg="mod">
          <ac:chgData name="Siddharth Agarwal" userId="ee594093-10d0-4918-bdd9-be1c6ea55622" providerId="ADAL" clId="{E8A3CCC7-BDAF-4F44-85FD-AA71BA7932FE}" dt="2025-05-28T09:28:08.761" v="7044"/>
          <ac:spMkLst>
            <pc:docMk/>
            <pc:sldMk cId="473679687" sldId="2147473848"/>
            <ac:spMk id="14" creationId="{2CE6AEAF-7DFC-82C8-919D-E9CDA80EF297}"/>
          </ac:spMkLst>
        </pc:spChg>
        <pc:spChg chg="add mod">
          <ac:chgData name="Siddharth Agarwal" userId="ee594093-10d0-4918-bdd9-be1c6ea55622" providerId="ADAL" clId="{E8A3CCC7-BDAF-4F44-85FD-AA71BA7932FE}" dt="2025-06-04T10:25:47.076" v="7503" actId="403"/>
          <ac:spMkLst>
            <pc:docMk/>
            <pc:sldMk cId="473679687" sldId="2147473848"/>
            <ac:spMk id="39" creationId="{46888FBC-DA9F-1A80-6937-554355815483}"/>
          </ac:spMkLst>
        </pc:spChg>
        <pc:spChg chg="add mod">
          <ac:chgData name="Siddharth Agarwal" userId="ee594093-10d0-4918-bdd9-be1c6ea55622" providerId="ADAL" clId="{E8A3CCC7-BDAF-4F44-85FD-AA71BA7932FE}" dt="2025-06-04T10:25:47.076" v="7503" actId="403"/>
          <ac:spMkLst>
            <pc:docMk/>
            <pc:sldMk cId="473679687" sldId="2147473848"/>
            <ac:spMk id="40" creationId="{3283CDD1-E5C5-4494-F7DA-E72E3E008578}"/>
          </ac:spMkLst>
        </pc:spChg>
        <pc:spChg chg="add mod">
          <ac:chgData name="Siddharth Agarwal" userId="ee594093-10d0-4918-bdd9-be1c6ea55622" providerId="ADAL" clId="{E8A3CCC7-BDAF-4F44-85FD-AA71BA7932FE}" dt="2025-06-04T10:25:47.076" v="7503" actId="403"/>
          <ac:spMkLst>
            <pc:docMk/>
            <pc:sldMk cId="473679687" sldId="2147473848"/>
            <ac:spMk id="41" creationId="{B8B007D7-8E0A-EFAF-F247-F5B841F96BE7}"/>
          </ac:spMkLst>
        </pc:spChg>
        <pc:spChg chg="add mod">
          <ac:chgData name="Siddharth Agarwal" userId="ee594093-10d0-4918-bdd9-be1c6ea55622" providerId="ADAL" clId="{E8A3CCC7-BDAF-4F44-85FD-AA71BA7932FE}" dt="2025-06-04T10:25:47.076" v="7503" actId="403"/>
          <ac:spMkLst>
            <pc:docMk/>
            <pc:sldMk cId="473679687" sldId="2147473848"/>
            <ac:spMk id="42" creationId="{88346547-F572-158D-1AAF-02C76918AC12}"/>
          </ac:spMkLst>
        </pc:spChg>
        <pc:spChg chg="add mod">
          <ac:chgData name="Siddharth Agarwal" userId="ee594093-10d0-4918-bdd9-be1c6ea55622" providerId="ADAL" clId="{E8A3CCC7-BDAF-4F44-85FD-AA71BA7932FE}" dt="2025-06-04T10:25:47.076" v="7503" actId="403"/>
          <ac:spMkLst>
            <pc:docMk/>
            <pc:sldMk cId="473679687" sldId="2147473848"/>
            <ac:spMk id="43" creationId="{D3654463-2FD1-9A74-9AD2-5BC1B2D9A589}"/>
          </ac:spMkLst>
        </pc:spChg>
        <pc:spChg chg="add mod">
          <ac:chgData name="Siddharth Agarwal" userId="ee594093-10d0-4918-bdd9-be1c6ea55622" providerId="ADAL" clId="{E8A3CCC7-BDAF-4F44-85FD-AA71BA7932FE}" dt="2025-06-04T10:25:52.750" v="7504" actId="1076"/>
          <ac:spMkLst>
            <pc:docMk/>
            <pc:sldMk cId="473679687" sldId="2147473848"/>
            <ac:spMk id="44" creationId="{195EE95D-4334-C35A-CC26-BF7CBB498B1A}"/>
          </ac:spMkLst>
        </pc:spChg>
        <pc:grpChg chg="add mod">
          <ac:chgData name="Siddharth Agarwal" userId="ee594093-10d0-4918-bdd9-be1c6ea55622" providerId="ADAL" clId="{E8A3CCC7-BDAF-4F44-85FD-AA71BA7932FE}" dt="2025-05-28T09:28:08.761" v="7044"/>
          <ac:grpSpMkLst>
            <pc:docMk/>
            <pc:sldMk cId="473679687" sldId="2147473848"/>
            <ac:grpSpMk id="3" creationId="{3EB40DBF-9681-CC79-F863-0819AC1870DD}"/>
          </ac:grpSpMkLst>
        </pc:grpChg>
        <pc:grpChg chg="add mod">
          <ac:chgData name="Siddharth Agarwal" userId="ee594093-10d0-4918-bdd9-be1c6ea55622" providerId="ADAL" clId="{E8A3CCC7-BDAF-4F44-85FD-AA71BA7932FE}" dt="2025-05-28T09:28:08.761" v="7044"/>
          <ac:grpSpMkLst>
            <pc:docMk/>
            <pc:sldMk cId="473679687" sldId="2147473848"/>
            <ac:grpSpMk id="12" creationId="{DFF96E17-0069-0E00-A18F-8ABAFBC54466}"/>
          </ac:grpSpMkLst>
        </pc:grpChg>
        <pc:picChg chg="add mod">
          <ac:chgData name="Siddharth Agarwal" userId="ee594093-10d0-4918-bdd9-be1c6ea55622" providerId="ADAL" clId="{E8A3CCC7-BDAF-4F44-85FD-AA71BA7932FE}" dt="2025-05-28T04:51:42.480" v="6891" actId="1076"/>
          <ac:picMkLst>
            <pc:docMk/>
            <pc:sldMk cId="473679687" sldId="2147473848"/>
            <ac:picMk id="11" creationId="{1AE0AC93-592C-7444-3C07-C2E6B7F174B2}"/>
          </ac:picMkLst>
        </pc:picChg>
        <pc:picChg chg="add mod">
          <ac:chgData name="Siddharth Agarwal" userId="ee594093-10d0-4918-bdd9-be1c6ea55622" providerId="ADAL" clId="{E8A3CCC7-BDAF-4F44-85FD-AA71BA7932FE}" dt="2025-05-28T04:46:42.843" v="6826" actId="14100"/>
          <ac:picMkLst>
            <pc:docMk/>
            <pc:sldMk cId="473679687" sldId="2147473848"/>
            <ac:picMk id="13" creationId="{FF044A5F-2C59-9195-4D8D-2992A724DBAF}"/>
          </ac:picMkLst>
        </pc:picChg>
        <pc:picChg chg="add mod">
          <ac:chgData name="Siddharth Agarwal" userId="ee594093-10d0-4918-bdd9-be1c6ea55622" providerId="ADAL" clId="{E8A3CCC7-BDAF-4F44-85FD-AA71BA7932FE}" dt="2025-05-28T04:47:33.423" v="6836" actId="1036"/>
          <ac:picMkLst>
            <pc:docMk/>
            <pc:sldMk cId="473679687" sldId="2147473848"/>
            <ac:picMk id="15" creationId="{7FE8DDB7-C320-7C69-FDEC-01886DC7C1B6}"/>
          </ac:picMkLst>
        </pc:picChg>
        <pc:picChg chg="add mod">
          <ac:chgData name="Siddharth Agarwal" userId="ee594093-10d0-4918-bdd9-be1c6ea55622" providerId="ADAL" clId="{E8A3CCC7-BDAF-4F44-85FD-AA71BA7932FE}" dt="2025-05-28T04:48:03.194" v="6839" actId="14100"/>
          <ac:picMkLst>
            <pc:docMk/>
            <pc:sldMk cId="473679687" sldId="2147473848"/>
            <ac:picMk id="18" creationId="{C7849710-69A5-A5F3-74A8-EA92BF568A63}"/>
          </ac:picMkLst>
        </pc:picChg>
        <pc:picChg chg="add mod">
          <ac:chgData name="Siddharth Agarwal" userId="ee594093-10d0-4918-bdd9-be1c6ea55622" providerId="ADAL" clId="{E8A3CCC7-BDAF-4F44-85FD-AA71BA7932FE}" dt="2025-05-28T04:49:01.942" v="6846" actId="14100"/>
          <ac:picMkLst>
            <pc:docMk/>
            <pc:sldMk cId="473679687" sldId="2147473848"/>
            <ac:picMk id="22" creationId="{3E1C2C6D-657C-60FE-B152-D4C3B3BEC5CE}"/>
          </ac:picMkLst>
        </pc:picChg>
        <pc:picChg chg="add mod">
          <ac:chgData name="Siddharth Agarwal" userId="ee594093-10d0-4918-bdd9-be1c6ea55622" providerId="ADAL" clId="{E8A3CCC7-BDAF-4F44-85FD-AA71BA7932FE}" dt="2025-05-28T04:49:26.649" v="6850" actId="14100"/>
          <ac:picMkLst>
            <pc:docMk/>
            <pc:sldMk cId="473679687" sldId="2147473848"/>
            <ac:picMk id="24" creationId="{EC714950-3633-6CC7-CF65-AF081DC2BF9A}"/>
          </ac:picMkLst>
        </pc:picChg>
        <pc:cxnChg chg="mod">
          <ac:chgData name="Siddharth Agarwal" userId="ee594093-10d0-4918-bdd9-be1c6ea55622" providerId="ADAL" clId="{E8A3CCC7-BDAF-4F44-85FD-AA71BA7932FE}" dt="2025-05-28T09:28:08.761" v="7044"/>
          <ac:cxnSpMkLst>
            <pc:docMk/>
            <pc:sldMk cId="473679687" sldId="2147473848"/>
            <ac:cxnSpMk id="8" creationId="{87A9BBCB-0F10-F649-6419-BD059ACA4EE9}"/>
          </ac:cxnSpMkLst>
        </pc:cxnChg>
        <pc:cxnChg chg="mod">
          <ac:chgData name="Siddharth Agarwal" userId="ee594093-10d0-4918-bdd9-be1c6ea55622" providerId="ADAL" clId="{E8A3CCC7-BDAF-4F44-85FD-AA71BA7932FE}" dt="2025-05-28T09:28:08.761" v="7044"/>
          <ac:cxnSpMkLst>
            <pc:docMk/>
            <pc:sldMk cId="473679687" sldId="2147473848"/>
            <ac:cxnSpMk id="16" creationId="{8E688984-6B4D-0F5D-F069-5D5F1C0986AA}"/>
          </ac:cxnSpMkLst>
        </pc:cxnChg>
        <pc:cxnChg chg="add mod">
          <ac:chgData name="Siddharth Agarwal" userId="ee594093-10d0-4918-bdd9-be1c6ea55622" providerId="ADAL" clId="{E8A3CCC7-BDAF-4F44-85FD-AA71BA7932FE}" dt="2025-05-28T04:49:58.164" v="6852" actId="1076"/>
          <ac:cxnSpMkLst>
            <pc:docMk/>
            <pc:sldMk cId="473679687" sldId="2147473848"/>
            <ac:cxnSpMk id="25" creationId="{89EA0696-337C-A8EF-D4D8-4390F120816C}"/>
          </ac:cxnSpMkLst>
        </pc:cxnChg>
        <pc:cxnChg chg="add mod">
          <ac:chgData name="Siddharth Agarwal" userId="ee594093-10d0-4918-bdd9-be1c6ea55622" providerId="ADAL" clId="{E8A3CCC7-BDAF-4F44-85FD-AA71BA7932FE}" dt="2025-05-28T04:50:02.588" v="6853" actId="1076"/>
          <ac:cxnSpMkLst>
            <pc:docMk/>
            <pc:sldMk cId="473679687" sldId="2147473848"/>
            <ac:cxnSpMk id="26" creationId="{406804BE-3D93-7DF2-5BD3-0C5E76EE00A6}"/>
          </ac:cxnSpMkLst>
        </pc:cxnChg>
        <pc:cxnChg chg="add mod">
          <ac:chgData name="Siddharth Agarwal" userId="ee594093-10d0-4918-bdd9-be1c6ea55622" providerId="ADAL" clId="{E8A3CCC7-BDAF-4F44-85FD-AA71BA7932FE}" dt="2025-05-28T04:50:09.998" v="6855" actId="1076"/>
          <ac:cxnSpMkLst>
            <pc:docMk/>
            <pc:sldMk cId="473679687" sldId="2147473848"/>
            <ac:cxnSpMk id="27" creationId="{06095128-4C9E-2471-FECD-543D4B511BFF}"/>
          </ac:cxnSpMkLst>
        </pc:cxnChg>
        <pc:cxnChg chg="add mod">
          <ac:chgData name="Siddharth Agarwal" userId="ee594093-10d0-4918-bdd9-be1c6ea55622" providerId="ADAL" clId="{E8A3CCC7-BDAF-4F44-85FD-AA71BA7932FE}" dt="2025-05-28T04:50:14.170" v="6871" actId="1038"/>
          <ac:cxnSpMkLst>
            <pc:docMk/>
            <pc:sldMk cId="473679687" sldId="2147473848"/>
            <ac:cxnSpMk id="28" creationId="{B7DAC30F-6D79-4709-10D0-DBD504EF2A98}"/>
          </ac:cxnSpMkLst>
        </pc:cxnChg>
        <pc:cxnChg chg="add mod">
          <ac:chgData name="Siddharth Agarwal" userId="ee594093-10d0-4918-bdd9-be1c6ea55622" providerId="ADAL" clId="{E8A3CCC7-BDAF-4F44-85FD-AA71BA7932FE}" dt="2025-05-28T04:50:33.808" v="6874" actId="1076"/>
          <ac:cxnSpMkLst>
            <pc:docMk/>
            <pc:sldMk cId="473679687" sldId="2147473848"/>
            <ac:cxnSpMk id="29" creationId="{97FA61C1-D0A0-7915-1E2D-8D02C43A952D}"/>
          </ac:cxnSpMkLst>
        </pc:cxnChg>
        <pc:cxnChg chg="add mod">
          <ac:chgData name="Siddharth Agarwal" userId="ee594093-10d0-4918-bdd9-be1c6ea55622" providerId="ADAL" clId="{E8A3CCC7-BDAF-4F44-85FD-AA71BA7932FE}" dt="2025-05-28T04:50:27.457" v="6873" actId="1076"/>
          <ac:cxnSpMkLst>
            <pc:docMk/>
            <pc:sldMk cId="473679687" sldId="2147473848"/>
            <ac:cxnSpMk id="32" creationId="{262EDB70-C2A1-5596-9FBE-96ED758071C5}"/>
          </ac:cxnSpMkLst>
        </pc:cxnChg>
        <pc:cxnChg chg="add mod">
          <ac:chgData name="Siddharth Agarwal" userId="ee594093-10d0-4918-bdd9-be1c6ea55622" providerId="ADAL" clId="{E8A3CCC7-BDAF-4F44-85FD-AA71BA7932FE}" dt="2025-05-28T04:50:49.502" v="6878" actId="1037"/>
          <ac:cxnSpMkLst>
            <pc:docMk/>
            <pc:sldMk cId="473679687" sldId="2147473848"/>
            <ac:cxnSpMk id="33" creationId="{9BB44542-8224-A4B7-4842-5AFC370D4C94}"/>
          </ac:cxnSpMkLst>
        </pc:cxnChg>
        <pc:cxnChg chg="add mod">
          <ac:chgData name="Siddharth Agarwal" userId="ee594093-10d0-4918-bdd9-be1c6ea55622" providerId="ADAL" clId="{E8A3CCC7-BDAF-4F44-85FD-AA71BA7932FE}" dt="2025-05-28T04:50:49.502" v="6878" actId="1037"/>
          <ac:cxnSpMkLst>
            <pc:docMk/>
            <pc:sldMk cId="473679687" sldId="2147473848"/>
            <ac:cxnSpMk id="34" creationId="{0928EE83-16CE-29C5-8A2B-BA7AB6F8AD74}"/>
          </ac:cxnSpMkLst>
        </pc:cxnChg>
        <pc:cxnChg chg="add mod">
          <ac:chgData name="Siddharth Agarwal" userId="ee594093-10d0-4918-bdd9-be1c6ea55622" providerId="ADAL" clId="{E8A3CCC7-BDAF-4F44-85FD-AA71BA7932FE}" dt="2025-05-28T04:51:00.346" v="6880" actId="1076"/>
          <ac:cxnSpMkLst>
            <pc:docMk/>
            <pc:sldMk cId="473679687" sldId="2147473848"/>
            <ac:cxnSpMk id="35" creationId="{28602280-1C4B-CBDE-1932-C2733DD24B84}"/>
          </ac:cxnSpMkLst>
        </pc:cxnChg>
        <pc:cxnChg chg="add mod">
          <ac:chgData name="Siddharth Agarwal" userId="ee594093-10d0-4918-bdd9-be1c6ea55622" providerId="ADAL" clId="{E8A3CCC7-BDAF-4F44-85FD-AA71BA7932FE}" dt="2025-05-28T04:51:00.346" v="6880" actId="1076"/>
          <ac:cxnSpMkLst>
            <pc:docMk/>
            <pc:sldMk cId="473679687" sldId="2147473848"/>
            <ac:cxnSpMk id="36" creationId="{AE67A0F0-0954-F659-0443-F7ECC6DB7613}"/>
          </ac:cxnSpMkLst>
        </pc:cxnChg>
        <pc:cxnChg chg="add mod">
          <ac:chgData name="Siddharth Agarwal" userId="ee594093-10d0-4918-bdd9-be1c6ea55622" providerId="ADAL" clId="{E8A3CCC7-BDAF-4F44-85FD-AA71BA7932FE}" dt="2025-05-28T04:51:07.246" v="6882" actId="1076"/>
          <ac:cxnSpMkLst>
            <pc:docMk/>
            <pc:sldMk cId="473679687" sldId="2147473848"/>
            <ac:cxnSpMk id="37" creationId="{50418C56-907C-A42C-4BFA-2B2539C78EA0}"/>
          </ac:cxnSpMkLst>
        </pc:cxnChg>
        <pc:cxnChg chg="add mod">
          <ac:chgData name="Siddharth Agarwal" userId="ee594093-10d0-4918-bdd9-be1c6ea55622" providerId="ADAL" clId="{E8A3CCC7-BDAF-4F44-85FD-AA71BA7932FE}" dt="2025-05-28T04:51:07.246" v="6882" actId="1076"/>
          <ac:cxnSpMkLst>
            <pc:docMk/>
            <pc:sldMk cId="473679687" sldId="2147473848"/>
            <ac:cxnSpMk id="38" creationId="{CFC9A832-2EBE-96FD-9B67-7ABA8692023A}"/>
          </ac:cxnSpMkLst>
        </pc:cxnChg>
      </pc:sldChg>
      <pc:sldChg chg="addSp delSp modSp add mod ord">
        <pc:chgData name="Siddharth Agarwal" userId="ee594093-10d0-4918-bdd9-be1c6ea55622" providerId="ADAL" clId="{E8A3CCC7-BDAF-4F44-85FD-AA71BA7932FE}" dt="2025-06-04T10:30:25.362" v="7515" actId="403"/>
        <pc:sldMkLst>
          <pc:docMk/>
          <pc:sldMk cId="206825209" sldId="2147473849"/>
        </pc:sldMkLst>
        <pc:spChg chg="mod">
          <ac:chgData name="Siddharth Agarwal" userId="ee594093-10d0-4918-bdd9-be1c6ea55622" providerId="ADAL" clId="{E8A3CCC7-BDAF-4F44-85FD-AA71BA7932FE}" dt="2025-05-27T10:09:58.672" v="6357" actId="20577"/>
          <ac:spMkLst>
            <pc:docMk/>
            <pc:sldMk cId="206825209" sldId="2147473849"/>
            <ac:spMk id="2" creationId="{E04FD88D-E82D-2516-4B39-EF20BD660A87}"/>
          </ac:spMkLst>
        </pc:spChg>
        <pc:spChg chg="mod">
          <ac:chgData name="Siddharth Agarwal" userId="ee594093-10d0-4918-bdd9-be1c6ea55622" providerId="ADAL" clId="{E8A3CCC7-BDAF-4F44-85FD-AA71BA7932FE}" dt="2025-05-27T10:08:22.911" v="6188" actId="1038"/>
          <ac:spMkLst>
            <pc:docMk/>
            <pc:sldMk cId="206825209" sldId="2147473849"/>
            <ac:spMk id="4" creationId="{E1388DE7-6B65-E766-D9C6-8CD361718903}"/>
          </ac:spMkLst>
        </pc:spChg>
        <pc:spChg chg="mod">
          <ac:chgData name="Siddharth Agarwal" userId="ee594093-10d0-4918-bdd9-be1c6ea55622" providerId="ADAL" clId="{E8A3CCC7-BDAF-4F44-85FD-AA71BA7932FE}" dt="2025-05-27T10:08:22.911" v="6188" actId="1038"/>
          <ac:spMkLst>
            <pc:docMk/>
            <pc:sldMk cId="206825209" sldId="2147473849"/>
            <ac:spMk id="7" creationId="{30C6CECD-1D4C-49A1-D61F-AE463B451A70}"/>
          </ac:spMkLst>
        </pc:spChg>
        <pc:spChg chg="mod">
          <ac:chgData name="Siddharth Agarwal" userId="ee594093-10d0-4918-bdd9-be1c6ea55622" providerId="ADAL" clId="{E8A3CCC7-BDAF-4F44-85FD-AA71BA7932FE}" dt="2025-05-27T10:08:22.911" v="6188" actId="1038"/>
          <ac:spMkLst>
            <pc:docMk/>
            <pc:sldMk cId="206825209" sldId="2147473849"/>
            <ac:spMk id="9" creationId="{0942B5E3-11A2-F8A4-864D-E8E76BA24F26}"/>
          </ac:spMkLst>
        </pc:spChg>
        <pc:spChg chg="mod">
          <ac:chgData name="Siddharth Agarwal" userId="ee594093-10d0-4918-bdd9-be1c6ea55622" providerId="ADAL" clId="{E8A3CCC7-BDAF-4F44-85FD-AA71BA7932FE}" dt="2025-05-27T10:08:22.911" v="6188" actId="1038"/>
          <ac:spMkLst>
            <pc:docMk/>
            <pc:sldMk cId="206825209" sldId="2147473849"/>
            <ac:spMk id="10" creationId="{B241C5EC-2B96-50FC-C8F6-D374336BEE53}"/>
          </ac:spMkLst>
        </pc:spChg>
        <pc:spChg chg="add mod">
          <ac:chgData name="Siddharth Agarwal" userId="ee594093-10d0-4918-bdd9-be1c6ea55622" providerId="ADAL" clId="{E8A3CCC7-BDAF-4F44-85FD-AA71BA7932FE}" dt="2025-06-04T10:30:25.362" v="7515" actId="403"/>
          <ac:spMkLst>
            <pc:docMk/>
            <pc:sldMk cId="206825209" sldId="2147473849"/>
            <ac:spMk id="18" creationId="{FB8EEA22-5632-CBBF-C982-9D1001548081}"/>
          </ac:spMkLst>
        </pc:spChg>
        <pc:spChg chg="add mod">
          <ac:chgData name="Siddharth Agarwal" userId="ee594093-10d0-4918-bdd9-be1c6ea55622" providerId="ADAL" clId="{E8A3CCC7-BDAF-4F44-85FD-AA71BA7932FE}" dt="2025-06-04T10:30:25.362" v="7515" actId="403"/>
          <ac:spMkLst>
            <pc:docMk/>
            <pc:sldMk cId="206825209" sldId="2147473849"/>
            <ac:spMk id="19" creationId="{D509429B-D39A-B198-8417-0FB9555F3C7C}"/>
          </ac:spMkLst>
        </pc:spChg>
        <pc:spChg chg="add mod">
          <ac:chgData name="Siddharth Agarwal" userId="ee594093-10d0-4918-bdd9-be1c6ea55622" providerId="ADAL" clId="{E8A3CCC7-BDAF-4F44-85FD-AA71BA7932FE}" dt="2025-06-04T10:30:25.362" v="7515" actId="403"/>
          <ac:spMkLst>
            <pc:docMk/>
            <pc:sldMk cId="206825209" sldId="2147473849"/>
            <ac:spMk id="24" creationId="{450B6CB9-BC9C-8C9A-D5D0-901079C4FEB9}"/>
          </ac:spMkLst>
        </pc:spChg>
        <pc:spChg chg="mod">
          <ac:chgData name="Siddharth Agarwal" userId="ee594093-10d0-4918-bdd9-be1c6ea55622" providerId="ADAL" clId="{E8A3CCC7-BDAF-4F44-85FD-AA71BA7932FE}" dt="2025-05-28T09:28:10.327" v="7045"/>
          <ac:spMkLst>
            <pc:docMk/>
            <pc:sldMk cId="206825209" sldId="2147473849"/>
            <ac:spMk id="26" creationId="{4DF32370-3F28-9C90-3E97-AD888C966330}"/>
          </ac:spMkLst>
        </pc:spChg>
        <pc:spChg chg="mod">
          <ac:chgData name="Siddharth Agarwal" userId="ee594093-10d0-4918-bdd9-be1c6ea55622" providerId="ADAL" clId="{E8A3CCC7-BDAF-4F44-85FD-AA71BA7932FE}" dt="2025-05-28T09:28:10.327" v="7045"/>
          <ac:spMkLst>
            <pc:docMk/>
            <pc:sldMk cId="206825209" sldId="2147473849"/>
            <ac:spMk id="29" creationId="{C58640D3-68EF-A8D0-30AD-84E618D886C4}"/>
          </ac:spMkLst>
        </pc:spChg>
        <pc:spChg chg="mod">
          <ac:chgData name="Siddharth Agarwal" userId="ee594093-10d0-4918-bdd9-be1c6ea55622" providerId="ADAL" clId="{E8A3CCC7-BDAF-4F44-85FD-AA71BA7932FE}" dt="2025-05-27T10:08:22.911" v="6188" actId="1038"/>
          <ac:spMkLst>
            <pc:docMk/>
            <pc:sldMk cId="206825209" sldId="2147473849"/>
            <ac:spMk id="31" creationId="{11D0809D-A5BF-EB3C-55B3-94826F2F62FB}"/>
          </ac:spMkLst>
        </pc:spChg>
        <pc:grpChg chg="add mod">
          <ac:chgData name="Siddharth Agarwal" userId="ee594093-10d0-4918-bdd9-be1c6ea55622" providerId="ADAL" clId="{E8A3CCC7-BDAF-4F44-85FD-AA71BA7932FE}" dt="2025-05-28T09:28:10.327" v="7045"/>
          <ac:grpSpMkLst>
            <pc:docMk/>
            <pc:sldMk cId="206825209" sldId="2147473849"/>
            <ac:grpSpMk id="25" creationId="{3C628567-FD87-3A13-63B3-381675136A87}"/>
          </ac:grpSpMkLst>
        </pc:grpChg>
        <pc:grpChg chg="add mod">
          <ac:chgData name="Siddharth Agarwal" userId="ee594093-10d0-4918-bdd9-be1c6ea55622" providerId="ADAL" clId="{E8A3CCC7-BDAF-4F44-85FD-AA71BA7932FE}" dt="2025-05-28T09:28:10.327" v="7045"/>
          <ac:grpSpMkLst>
            <pc:docMk/>
            <pc:sldMk cId="206825209" sldId="2147473849"/>
            <ac:grpSpMk id="28" creationId="{2E9E2721-9D44-BE88-DF40-14ECC027BEBF}"/>
          </ac:grpSpMkLst>
        </pc:grpChg>
        <pc:picChg chg="add mod">
          <ac:chgData name="Siddharth Agarwal" userId="ee594093-10d0-4918-bdd9-be1c6ea55622" providerId="ADAL" clId="{E8A3CCC7-BDAF-4F44-85FD-AA71BA7932FE}" dt="2025-05-28T09:22:00.726" v="6937" actId="1037"/>
          <ac:picMkLst>
            <pc:docMk/>
            <pc:sldMk cId="206825209" sldId="2147473849"/>
            <ac:picMk id="5" creationId="{05F4DF83-9047-893C-BD06-269B2305F989}"/>
          </ac:picMkLst>
        </pc:picChg>
        <pc:picChg chg="add mod">
          <ac:chgData name="Siddharth Agarwal" userId="ee594093-10d0-4918-bdd9-be1c6ea55622" providerId="ADAL" clId="{E8A3CCC7-BDAF-4F44-85FD-AA71BA7932FE}" dt="2025-05-28T09:22:19.553" v="6941" actId="14100"/>
          <ac:picMkLst>
            <pc:docMk/>
            <pc:sldMk cId="206825209" sldId="2147473849"/>
            <ac:picMk id="11" creationId="{E56AA3EF-FC10-D764-C47C-3003E3F2EB46}"/>
          </ac:picMkLst>
        </pc:picChg>
        <pc:picChg chg="add mod">
          <ac:chgData name="Siddharth Agarwal" userId="ee594093-10d0-4918-bdd9-be1c6ea55622" providerId="ADAL" clId="{E8A3CCC7-BDAF-4F44-85FD-AA71BA7932FE}" dt="2025-05-28T09:22:44.493" v="6947" actId="1037"/>
          <ac:picMkLst>
            <pc:docMk/>
            <pc:sldMk cId="206825209" sldId="2147473849"/>
            <ac:picMk id="13" creationId="{8D00D7D0-A94A-B644-C1E6-87E6993086D7}"/>
          </ac:picMkLst>
        </pc:picChg>
        <pc:picChg chg="add mod">
          <ac:chgData name="Siddharth Agarwal" userId="ee594093-10d0-4918-bdd9-be1c6ea55622" providerId="ADAL" clId="{E8A3CCC7-BDAF-4F44-85FD-AA71BA7932FE}" dt="2025-05-28T09:23:10.467" v="6951" actId="14100"/>
          <ac:picMkLst>
            <pc:docMk/>
            <pc:sldMk cId="206825209" sldId="2147473849"/>
            <ac:picMk id="15" creationId="{49B5056E-1DAF-318A-E5C1-B394BF63B390}"/>
          </ac:picMkLst>
        </pc:picChg>
        <pc:cxnChg chg="add mod">
          <ac:chgData name="Siddharth Agarwal" userId="ee594093-10d0-4918-bdd9-be1c6ea55622" providerId="ADAL" clId="{E8A3CCC7-BDAF-4F44-85FD-AA71BA7932FE}" dt="2025-05-28T09:25:38.744" v="6969" actId="1076"/>
          <ac:cxnSpMkLst>
            <pc:docMk/>
            <pc:sldMk cId="206825209" sldId="2147473849"/>
            <ac:cxnSpMk id="16" creationId="{0CE1B7D6-4410-261F-7676-DF57C3B27C23}"/>
          </ac:cxnSpMkLst>
        </pc:cxnChg>
        <pc:cxnChg chg="add mod">
          <ac:chgData name="Siddharth Agarwal" userId="ee594093-10d0-4918-bdd9-be1c6ea55622" providerId="ADAL" clId="{E8A3CCC7-BDAF-4F44-85FD-AA71BA7932FE}" dt="2025-05-28T09:25:27.349" v="6966" actId="1076"/>
          <ac:cxnSpMkLst>
            <pc:docMk/>
            <pc:sldMk cId="206825209" sldId="2147473849"/>
            <ac:cxnSpMk id="17" creationId="{CF32F77F-1C89-2D01-9159-701C07464A58}"/>
          </ac:cxnSpMkLst>
        </pc:cxnChg>
        <pc:cxnChg chg="add mod">
          <ac:chgData name="Siddharth Agarwal" userId="ee594093-10d0-4918-bdd9-be1c6ea55622" providerId="ADAL" clId="{E8A3CCC7-BDAF-4F44-85FD-AA71BA7932FE}" dt="2025-05-28T09:25:31.502" v="6968" actId="1076"/>
          <ac:cxnSpMkLst>
            <pc:docMk/>
            <pc:sldMk cId="206825209" sldId="2147473849"/>
            <ac:cxnSpMk id="20" creationId="{C5887783-9AA8-A383-487C-DF2F0155AE2C}"/>
          </ac:cxnSpMkLst>
        </pc:cxnChg>
        <pc:cxnChg chg="add mod">
          <ac:chgData name="Siddharth Agarwal" userId="ee594093-10d0-4918-bdd9-be1c6ea55622" providerId="ADAL" clId="{E8A3CCC7-BDAF-4F44-85FD-AA71BA7932FE}" dt="2025-05-28T09:25:47.221" v="6977" actId="1036"/>
          <ac:cxnSpMkLst>
            <pc:docMk/>
            <pc:sldMk cId="206825209" sldId="2147473849"/>
            <ac:cxnSpMk id="21" creationId="{3A2A8FF7-EEEC-FB5C-18AB-ED9B52FBB05B}"/>
          </ac:cxnSpMkLst>
        </pc:cxnChg>
        <pc:cxnChg chg="add mod">
          <ac:chgData name="Siddharth Agarwal" userId="ee594093-10d0-4918-bdd9-be1c6ea55622" providerId="ADAL" clId="{E8A3CCC7-BDAF-4F44-85FD-AA71BA7932FE}" dt="2025-05-28T09:25:56.366" v="6991" actId="1036"/>
          <ac:cxnSpMkLst>
            <pc:docMk/>
            <pc:sldMk cId="206825209" sldId="2147473849"/>
            <ac:cxnSpMk id="22" creationId="{B2C8644E-A4FC-BDB8-FF69-7F403D7CB80B}"/>
          </ac:cxnSpMkLst>
        </pc:cxnChg>
        <pc:cxnChg chg="add mod">
          <ac:chgData name="Siddharth Agarwal" userId="ee594093-10d0-4918-bdd9-be1c6ea55622" providerId="ADAL" clId="{E8A3CCC7-BDAF-4F44-85FD-AA71BA7932FE}" dt="2025-05-28T09:26:01.358" v="6998" actId="1037"/>
          <ac:cxnSpMkLst>
            <pc:docMk/>
            <pc:sldMk cId="206825209" sldId="2147473849"/>
            <ac:cxnSpMk id="23" creationId="{4ACC4643-4A44-5E3F-9B50-2E2EEF345A0D}"/>
          </ac:cxnSpMkLst>
        </pc:cxnChg>
        <pc:cxnChg chg="mod">
          <ac:chgData name="Siddharth Agarwal" userId="ee594093-10d0-4918-bdd9-be1c6ea55622" providerId="ADAL" clId="{E8A3CCC7-BDAF-4F44-85FD-AA71BA7932FE}" dt="2025-05-28T09:28:10.327" v="7045"/>
          <ac:cxnSpMkLst>
            <pc:docMk/>
            <pc:sldMk cId="206825209" sldId="2147473849"/>
            <ac:cxnSpMk id="27" creationId="{5637B053-8120-1EAD-282F-0A3A74C51F3F}"/>
          </ac:cxnSpMkLst>
        </pc:cxnChg>
        <pc:cxnChg chg="mod">
          <ac:chgData name="Siddharth Agarwal" userId="ee594093-10d0-4918-bdd9-be1c6ea55622" providerId="ADAL" clId="{E8A3CCC7-BDAF-4F44-85FD-AA71BA7932FE}" dt="2025-05-28T09:28:10.327" v="7045"/>
          <ac:cxnSpMkLst>
            <pc:docMk/>
            <pc:sldMk cId="206825209" sldId="2147473849"/>
            <ac:cxnSpMk id="30" creationId="{03FD163D-DBCB-A143-27D6-066AB2E23D9A}"/>
          </ac:cxnSpMkLst>
        </pc:cxnChg>
      </pc:sldChg>
      <pc:sldChg chg="add del ord">
        <pc:chgData name="Siddharth Agarwal" userId="ee594093-10d0-4918-bdd9-be1c6ea55622" providerId="ADAL" clId="{E8A3CCC7-BDAF-4F44-85FD-AA71BA7932FE}" dt="2025-05-27T10:08:31.419" v="6189" actId="47"/>
        <pc:sldMkLst>
          <pc:docMk/>
          <pc:sldMk cId="22683755" sldId="2147473850"/>
        </pc:sldMkLst>
      </pc:sldChg>
      <pc:sldChg chg="addSp delSp modSp add mod ord">
        <pc:chgData name="Siddharth Agarwal" userId="ee594093-10d0-4918-bdd9-be1c6ea55622" providerId="ADAL" clId="{E8A3CCC7-BDAF-4F44-85FD-AA71BA7932FE}" dt="2025-06-04T10:30:53.464" v="7518" actId="1076"/>
        <pc:sldMkLst>
          <pc:docMk/>
          <pc:sldMk cId="882094444" sldId="2147473850"/>
        </pc:sldMkLst>
        <pc:spChg chg="add mod">
          <ac:chgData name="Siddharth Agarwal" userId="ee594093-10d0-4918-bdd9-be1c6ea55622" providerId="ADAL" clId="{E8A3CCC7-BDAF-4F44-85FD-AA71BA7932FE}" dt="2025-05-27T10:10:37.514" v="6370" actId="20577"/>
          <ac:spMkLst>
            <pc:docMk/>
            <pc:sldMk cId="882094444" sldId="2147473850"/>
            <ac:spMk id="3" creationId="{0C6A2B39-2508-6563-7B80-96CB4A22CF05}"/>
          </ac:spMkLst>
        </pc:spChg>
        <pc:spChg chg="add mod">
          <ac:chgData name="Siddharth Agarwal" userId="ee594093-10d0-4918-bdd9-be1c6ea55622" providerId="ADAL" clId="{E8A3CCC7-BDAF-4F44-85FD-AA71BA7932FE}" dt="2025-06-04T10:30:39.140" v="7516" actId="403"/>
          <ac:spMkLst>
            <pc:docMk/>
            <pc:sldMk cId="882094444" sldId="2147473850"/>
            <ac:spMk id="19" creationId="{D97E97F9-C4E8-F94D-8D82-AAAF53397C25}"/>
          </ac:spMkLst>
        </pc:spChg>
        <pc:spChg chg="add mod">
          <ac:chgData name="Siddharth Agarwal" userId="ee594093-10d0-4918-bdd9-be1c6ea55622" providerId="ADAL" clId="{E8A3CCC7-BDAF-4F44-85FD-AA71BA7932FE}" dt="2025-06-04T10:30:39.140" v="7516" actId="403"/>
          <ac:spMkLst>
            <pc:docMk/>
            <pc:sldMk cId="882094444" sldId="2147473850"/>
            <ac:spMk id="20" creationId="{121C2A1D-C414-D22E-27C3-9CFB3C208D0D}"/>
          </ac:spMkLst>
        </pc:spChg>
        <pc:spChg chg="add mod">
          <ac:chgData name="Siddharth Agarwal" userId="ee594093-10d0-4918-bdd9-be1c6ea55622" providerId="ADAL" clId="{E8A3CCC7-BDAF-4F44-85FD-AA71BA7932FE}" dt="2025-06-04T10:30:53.464" v="7518" actId="1076"/>
          <ac:spMkLst>
            <pc:docMk/>
            <pc:sldMk cId="882094444" sldId="2147473850"/>
            <ac:spMk id="25" creationId="{F97A46D8-7867-EE93-658F-5C4E6F512A91}"/>
          </ac:spMkLst>
        </pc:spChg>
        <pc:spChg chg="add mod">
          <ac:chgData name="Siddharth Agarwal" userId="ee594093-10d0-4918-bdd9-be1c6ea55622" providerId="ADAL" clId="{E8A3CCC7-BDAF-4F44-85FD-AA71BA7932FE}" dt="2025-06-04T10:30:47.771" v="7517" actId="1076"/>
          <ac:spMkLst>
            <pc:docMk/>
            <pc:sldMk cId="882094444" sldId="2147473850"/>
            <ac:spMk id="26" creationId="{C7536F67-FD17-A229-2E70-FE9C4198713E}"/>
          </ac:spMkLst>
        </pc:spChg>
        <pc:spChg chg="mod">
          <ac:chgData name="Siddharth Agarwal" userId="ee594093-10d0-4918-bdd9-be1c6ea55622" providerId="ADAL" clId="{E8A3CCC7-BDAF-4F44-85FD-AA71BA7932FE}" dt="2025-05-28T09:28:11.695" v="7046"/>
          <ac:spMkLst>
            <pc:docMk/>
            <pc:sldMk cId="882094444" sldId="2147473850"/>
            <ac:spMk id="30" creationId="{E0EB408B-E69F-5DC0-7459-DD932A14DB21}"/>
          </ac:spMkLst>
        </pc:spChg>
        <pc:spChg chg="mod">
          <ac:chgData name="Siddharth Agarwal" userId="ee594093-10d0-4918-bdd9-be1c6ea55622" providerId="ADAL" clId="{E8A3CCC7-BDAF-4F44-85FD-AA71BA7932FE}" dt="2025-05-28T09:28:11.695" v="7046"/>
          <ac:spMkLst>
            <pc:docMk/>
            <pc:sldMk cId="882094444" sldId="2147473850"/>
            <ac:spMk id="34" creationId="{2AD749E0-E6B9-B536-8EC3-912ED3C6A4EE}"/>
          </ac:spMkLst>
        </pc:spChg>
        <pc:grpChg chg="add mod">
          <ac:chgData name="Siddharth Agarwal" userId="ee594093-10d0-4918-bdd9-be1c6ea55622" providerId="ADAL" clId="{E8A3CCC7-BDAF-4F44-85FD-AA71BA7932FE}" dt="2025-05-28T09:28:11.695" v="7046"/>
          <ac:grpSpMkLst>
            <pc:docMk/>
            <pc:sldMk cId="882094444" sldId="2147473850"/>
            <ac:grpSpMk id="29" creationId="{430F641E-3F18-22FF-7517-95FF6BEACBC2}"/>
          </ac:grpSpMkLst>
        </pc:grpChg>
        <pc:grpChg chg="add mod">
          <ac:chgData name="Siddharth Agarwal" userId="ee594093-10d0-4918-bdd9-be1c6ea55622" providerId="ADAL" clId="{E8A3CCC7-BDAF-4F44-85FD-AA71BA7932FE}" dt="2025-05-28T09:28:11.695" v="7046"/>
          <ac:grpSpMkLst>
            <pc:docMk/>
            <pc:sldMk cId="882094444" sldId="2147473850"/>
            <ac:grpSpMk id="33" creationId="{10D3140C-6727-B235-7C52-E3EAE5DC2E90}"/>
          </ac:grpSpMkLst>
        </pc:grpChg>
        <pc:picChg chg="add mod">
          <ac:chgData name="Siddharth Agarwal" userId="ee594093-10d0-4918-bdd9-be1c6ea55622" providerId="ADAL" clId="{E8A3CCC7-BDAF-4F44-85FD-AA71BA7932FE}" dt="2025-05-28T09:23:46.518" v="6954" actId="14100"/>
          <ac:picMkLst>
            <pc:docMk/>
            <pc:sldMk cId="882094444" sldId="2147473850"/>
            <ac:picMk id="5" creationId="{EE0D4835-F888-BB7D-0820-66312BA7F7CA}"/>
          </ac:picMkLst>
        </pc:picChg>
        <pc:picChg chg="add mod">
          <ac:chgData name="Siddharth Agarwal" userId="ee594093-10d0-4918-bdd9-be1c6ea55622" providerId="ADAL" clId="{E8A3CCC7-BDAF-4F44-85FD-AA71BA7932FE}" dt="2025-05-28T09:24:11.389" v="6957" actId="14100"/>
          <ac:picMkLst>
            <pc:docMk/>
            <pc:sldMk cId="882094444" sldId="2147473850"/>
            <ac:picMk id="11" creationId="{B31011A7-4029-FCEB-CE83-B7C6D4FA19A5}"/>
          </ac:picMkLst>
        </pc:picChg>
        <pc:picChg chg="add mod">
          <ac:chgData name="Siddharth Agarwal" userId="ee594093-10d0-4918-bdd9-be1c6ea55622" providerId="ADAL" clId="{E8A3CCC7-BDAF-4F44-85FD-AA71BA7932FE}" dt="2025-05-28T09:27:28.215" v="7029" actId="1076"/>
          <ac:picMkLst>
            <pc:docMk/>
            <pc:sldMk cId="882094444" sldId="2147473850"/>
            <ac:picMk id="13" creationId="{FD5F2056-4AE8-D917-1063-A513AB5B2F40}"/>
          </ac:picMkLst>
        </pc:picChg>
        <pc:picChg chg="add mod">
          <ac:chgData name="Siddharth Agarwal" userId="ee594093-10d0-4918-bdd9-be1c6ea55622" providerId="ADAL" clId="{E8A3CCC7-BDAF-4F44-85FD-AA71BA7932FE}" dt="2025-05-28T09:25:10.298" v="6963" actId="14100"/>
          <ac:picMkLst>
            <pc:docMk/>
            <pc:sldMk cId="882094444" sldId="2147473850"/>
            <ac:picMk id="15" creationId="{268EF250-129C-F1C2-7B10-3124501485A8}"/>
          </ac:picMkLst>
        </pc:picChg>
        <pc:cxnChg chg="add mod">
          <ac:chgData name="Siddharth Agarwal" userId="ee594093-10d0-4918-bdd9-be1c6ea55622" providerId="ADAL" clId="{E8A3CCC7-BDAF-4F44-85FD-AA71BA7932FE}" dt="2025-05-28T09:26:38.849" v="7006" actId="1076"/>
          <ac:cxnSpMkLst>
            <pc:docMk/>
            <pc:sldMk cId="882094444" sldId="2147473850"/>
            <ac:cxnSpMk id="17" creationId="{81C5E6D2-0DFB-7EDF-7D32-6FAFE379224F}"/>
          </ac:cxnSpMkLst>
        </pc:cxnChg>
        <pc:cxnChg chg="add mod">
          <ac:chgData name="Siddharth Agarwal" userId="ee594093-10d0-4918-bdd9-be1c6ea55622" providerId="ADAL" clId="{E8A3CCC7-BDAF-4F44-85FD-AA71BA7932FE}" dt="2025-05-28T09:26:41.200" v="7007" actId="1076"/>
          <ac:cxnSpMkLst>
            <pc:docMk/>
            <pc:sldMk cId="882094444" sldId="2147473850"/>
            <ac:cxnSpMk id="18" creationId="{C8194056-CA7C-13BF-715B-332D309FB7F3}"/>
          </ac:cxnSpMkLst>
        </pc:cxnChg>
        <pc:cxnChg chg="add mod">
          <ac:chgData name="Siddharth Agarwal" userId="ee594093-10d0-4918-bdd9-be1c6ea55622" providerId="ADAL" clId="{E8A3CCC7-BDAF-4F44-85FD-AA71BA7932FE}" dt="2025-05-28T09:26:52.893" v="7011" actId="1076"/>
          <ac:cxnSpMkLst>
            <pc:docMk/>
            <pc:sldMk cId="882094444" sldId="2147473850"/>
            <ac:cxnSpMk id="21" creationId="{3C2A4DB2-207E-E99C-E18B-2ADEC0FEF091}"/>
          </ac:cxnSpMkLst>
        </pc:cxnChg>
        <pc:cxnChg chg="add mod">
          <ac:chgData name="Siddharth Agarwal" userId="ee594093-10d0-4918-bdd9-be1c6ea55622" providerId="ADAL" clId="{E8A3CCC7-BDAF-4F44-85FD-AA71BA7932FE}" dt="2025-05-28T09:26:52.893" v="7011" actId="1076"/>
          <ac:cxnSpMkLst>
            <pc:docMk/>
            <pc:sldMk cId="882094444" sldId="2147473850"/>
            <ac:cxnSpMk id="22" creationId="{3F4B1C31-2449-6095-B8B9-A0E1A388BE1D}"/>
          </ac:cxnSpMkLst>
        </pc:cxnChg>
        <pc:cxnChg chg="add mod">
          <ac:chgData name="Siddharth Agarwal" userId="ee594093-10d0-4918-bdd9-be1c6ea55622" providerId="ADAL" clId="{E8A3CCC7-BDAF-4F44-85FD-AA71BA7932FE}" dt="2025-05-28T09:27:18.536" v="7026" actId="1037"/>
          <ac:cxnSpMkLst>
            <pc:docMk/>
            <pc:sldMk cId="882094444" sldId="2147473850"/>
            <ac:cxnSpMk id="23" creationId="{FCE9E90D-015C-CB1E-04DE-2B5F7FF94769}"/>
          </ac:cxnSpMkLst>
        </pc:cxnChg>
        <pc:cxnChg chg="add mod">
          <ac:chgData name="Siddharth Agarwal" userId="ee594093-10d0-4918-bdd9-be1c6ea55622" providerId="ADAL" clId="{E8A3CCC7-BDAF-4F44-85FD-AA71BA7932FE}" dt="2025-05-28T09:27:34.380" v="7030" actId="1076"/>
          <ac:cxnSpMkLst>
            <pc:docMk/>
            <pc:sldMk cId="882094444" sldId="2147473850"/>
            <ac:cxnSpMk id="24" creationId="{660AFAF2-F3B6-C418-0D23-7CF61E7C82DD}"/>
          </ac:cxnSpMkLst>
        </pc:cxnChg>
        <pc:cxnChg chg="add mod">
          <ac:chgData name="Siddharth Agarwal" userId="ee594093-10d0-4918-bdd9-be1c6ea55622" providerId="ADAL" clId="{E8A3CCC7-BDAF-4F44-85FD-AA71BA7932FE}" dt="2025-05-28T09:27:53.796" v="7042" actId="1036"/>
          <ac:cxnSpMkLst>
            <pc:docMk/>
            <pc:sldMk cId="882094444" sldId="2147473850"/>
            <ac:cxnSpMk id="27" creationId="{D971A2B6-F2D3-AB9D-2CD1-461489AD9B91}"/>
          </ac:cxnSpMkLst>
        </pc:cxnChg>
        <pc:cxnChg chg="add mod">
          <ac:chgData name="Siddharth Agarwal" userId="ee594093-10d0-4918-bdd9-be1c6ea55622" providerId="ADAL" clId="{E8A3CCC7-BDAF-4F44-85FD-AA71BA7932FE}" dt="2025-05-28T09:27:53.796" v="7042" actId="1036"/>
          <ac:cxnSpMkLst>
            <pc:docMk/>
            <pc:sldMk cId="882094444" sldId="2147473850"/>
            <ac:cxnSpMk id="28" creationId="{5CB4BDBC-50A3-8109-D71C-0454F0E24FB2}"/>
          </ac:cxnSpMkLst>
        </pc:cxnChg>
        <pc:cxnChg chg="mod">
          <ac:chgData name="Siddharth Agarwal" userId="ee594093-10d0-4918-bdd9-be1c6ea55622" providerId="ADAL" clId="{E8A3CCC7-BDAF-4F44-85FD-AA71BA7932FE}" dt="2025-05-28T09:28:11.695" v="7046"/>
          <ac:cxnSpMkLst>
            <pc:docMk/>
            <pc:sldMk cId="882094444" sldId="2147473850"/>
            <ac:cxnSpMk id="32" creationId="{7749458E-9F45-6033-1670-A0BA6DC47C83}"/>
          </ac:cxnSpMkLst>
        </pc:cxnChg>
        <pc:cxnChg chg="mod">
          <ac:chgData name="Siddharth Agarwal" userId="ee594093-10d0-4918-bdd9-be1c6ea55622" providerId="ADAL" clId="{E8A3CCC7-BDAF-4F44-85FD-AA71BA7932FE}" dt="2025-05-28T09:28:11.695" v="7046"/>
          <ac:cxnSpMkLst>
            <pc:docMk/>
            <pc:sldMk cId="882094444" sldId="2147473850"/>
            <ac:cxnSpMk id="35" creationId="{384DF083-24B1-5152-677B-D0A1019851CA}"/>
          </ac:cxnSpMkLst>
        </pc:cxnChg>
      </pc:sldChg>
      <pc:sldChg chg="addSp delSp modSp add mod ord">
        <pc:chgData name="Siddharth Agarwal" userId="ee594093-10d0-4918-bdd9-be1c6ea55622" providerId="ADAL" clId="{E8A3CCC7-BDAF-4F44-85FD-AA71BA7932FE}" dt="2025-06-12T06:56:25.555" v="8232" actId="27918"/>
        <pc:sldMkLst>
          <pc:docMk/>
          <pc:sldMk cId="4148326621" sldId="2147473851"/>
        </pc:sldMkLst>
        <pc:spChg chg="mod">
          <ac:chgData name="Siddharth Agarwal" userId="ee594093-10d0-4918-bdd9-be1c6ea55622" providerId="ADAL" clId="{E8A3CCC7-BDAF-4F44-85FD-AA71BA7932FE}" dt="2025-06-11T10:49:11.819" v="7789" actId="27636"/>
          <ac:spMkLst>
            <pc:docMk/>
            <pc:sldMk cId="4148326621" sldId="2147473851"/>
            <ac:spMk id="2" creationId="{08933054-AC28-254C-3572-6D4A81E43EAF}"/>
          </ac:spMkLst>
        </pc:spChg>
        <pc:spChg chg="mod">
          <ac:chgData name="Siddharth Agarwal" userId="ee594093-10d0-4918-bdd9-be1c6ea55622" providerId="ADAL" clId="{E8A3CCC7-BDAF-4F44-85FD-AA71BA7932FE}" dt="2025-06-11T11:05:07.453" v="8224" actId="1035"/>
          <ac:spMkLst>
            <pc:docMk/>
            <pc:sldMk cId="4148326621" sldId="2147473851"/>
            <ac:spMk id="8" creationId="{770C8F43-D939-E203-2431-319EB9018BF3}"/>
          </ac:spMkLst>
        </pc:spChg>
        <pc:spChg chg="mod">
          <ac:chgData name="Siddharth Agarwal" userId="ee594093-10d0-4918-bdd9-be1c6ea55622" providerId="ADAL" clId="{E8A3CCC7-BDAF-4F44-85FD-AA71BA7932FE}" dt="2025-06-11T11:05:07.453" v="8224" actId="1035"/>
          <ac:spMkLst>
            <pc:docMk/>
            <pc:sldMk cId="4148326621" sldId="2147473851"/>
            <ac:spMk id="10" creationId="{015C8C93-E8BE-61C7-332A-9FA6D3F98E3A}"/>
          </ac:spMkLst>
        </pc:spChg>
        <pc:spChg chg="mod">
          <ac:chgData name="Siddharth Agarwal" userId="ee594093-10d0-4918-bdd9-be1c6ea55622" providerId="ADAL" clId="{E8A3CCC7-BDAF-4F44-85FD-AA71BA7932FE}" dt="2025-06-11T11:05:07.453" v="8224" actId="1035"/>
          <ac:spMkLst>
            <pc:docMk/>
            <pc:sldMk cId="4148326621" sldId="2147473851"/>
            <ac:spMk id="11" creationId="{EBC4D63B-BBAC-F24A-783D-A6779056A8D5}"/>
          </ac:spMkLst>
        </pc:spChg>
        <pc:spChg chg="mod">
          <ac:chgData name="Siddharth Agarwal" userId="ee594093-10d0-4918-bdd9-be1c6ea55622" providerId="ADAL" clId="{E8A3CCC7-BDAF-4F44-85FD-AA71BA7932FE}" dt="2025-06-11T11:05:07.453" v="8224" actId="1035"/>
          <ac:spMkLst>
            <pc:docMk/>
            <pc:sldMk cId="4148326621" sldId="2147473851"/>
            <ac:spMk id="18" creationId="{82C45274-4F81-8602-794B-2931C1FD78ED}"/>
          </ac:spMkLst>
        </pc:spChg>
        <pc:spChg chg="mod">
          <ac:chgData name="Siddharth Agarwal" userId="ee594093-10d0-4918-bdd9-be1c6ea55622" providerId="ADAL" clId="{E8A3CCC7-BDAF-4F44-85FD-AA71BA7932FE}" dt="2025-06-11T11:05:07.453" v="8224" actId="1035"/>
          <ac:spMkLst>
            <pc:docMk/>
            <pc:sldMk cId="4148326621" sldId="2147473851"/>
            <ac:spMk id="19" creationId="{5F6F5936-A481-09BD-3DA6-0ED403680563}"/>
          </ac:spMkLst>
        </pc:spChg>
        <pc:spChg chg="mod">
          <ac:chgData name="Siddharth Agarwal" userId="ee594093-10d0-4918-bdd9-be1c6ea55622" providerId="ADAL" clId="{E8A3CCC7-BDAF-4F44-85FD-AA71BA7932FE}" dt="2025-06-11T11:05:07.453" v="8224" actId="1035"/>
          <ac:spMkLst>
            <pc:docMk/>
            <pc:sldMk cId="4148326621" sldId="2147473851"/>
            <ac:spMk id="21" creationId="{2AEFE36A-C0A9-78D7-C812-F4CE76847A9C}"/>
          </ac:spMkLst>
        </pc:spChg>
        <pc:spChg chg="mod">
          <ac:chgData name="Siddharth Agarwal" userId="ee594093-10d0-4918-bdd9-be1c6ea55622" providerId="ADAL" clId="{E8A3CCC7-BDAF-4F44-85FD-AA71BA7932FE}" dt="2025-06-11T11:05:07.453" v="8224" actId="1035"/>
          <ac:spMkLst>
            <pc:docMk/>
            <pc:sldMk cId="4148326621" sldId="2147473851"/>
            <ac:spMk id="22" creationId="{6DC77DA8-32EE-12D8-0D1C-9D32ACDA151A}"/>
          </ac:spMkLst>
        </pc:spChg>
        <pc:spChg chg="mod">
          <ac:chgData name="Siddharth Agarwal" userId="ee594093-10d0-4918-bdd9-be1c6ea55622" providerId="ADAL" clId="{E8A3CCC7-BDAF-4F44-85FD-AA71BA7932FE}" dt="2025-06-11T11:05:07.453" v="8224" actId="1035"/>
          <ac:spMkLst>
            <pc:docMk/>
            <pc:sldMk cId="4148326621" sldId="2147473851"/>
            <ac:spMk id="23" creationId="{E9455273-8C93-E9AE-1527-B68DF123E14A}"/>
          </ac:spMkLst>
        </pc:spChg>
        <pc:spChg chg="mod">
          <ac:chgData name="Siddharth Agarwal" userId="ee594093-10d0-4918-bdd9-be1c6ea55622" providerId="ADAL" clId="{E8A3CCC7-BDAF-4F44-85FD-AA71BA7932FE}" dt="2025-06-11T11:05:07.453" v="8224" actId="1035"/>
          <ac:spMkLst>
            <pc:docMk/>
            <pc:sldMk cId="4148326621" sldId="2147473851"/>
            <ac:spMk id="24" creationId="{97FE13D7-3BCD-CAE5-69DB-3EEFA7358D61}"/>
          </ac:spMkLst>
        </pc:spChg>
        <pc:spChg chg="add mod">
          <ac:chgData name="Siddharth Agarwal" userId="ee594093-10d0-4918-bdd9-be1c6ea55622" providerId="ADAL" clId="{E8A3CCC7-BDAF-4F44-85FD-AA71BA7932FE}" dt="2025-06-11T11:05:04.688" v="8216" actId="1076"/>
          <ac:spMkLst>
            <pc:docMk/>
            <pc:sldMk cId="4148326621" sldId="2147473851"/>
            <ac:spMk id="33" creationId="{0028ABD8-F918-1AC7-197E-FECA8324130A}"/>
          </ac:spMkLst>
        </pc:spChg>
        <pc:graphicFrameChg chg="mod">
          <ac:chgData name="Siddharth Agarwal" userId="ee594093-10d0-4918-bdd9-be1c6ea55622" providerId="ADAL" clId="{E8A3CCC7-BDAF-4F44-85FD-AA71BA7932FE}" dt="2025-06-11T11:05:07.453" v="8224" actId="1035"/>
          <ac:graphicFrameMkLst>
            <pc:docMk/>
            <pc:sldMk cId="4148326621" sldId="2147473851"/>
            <ac:graphicFrameMk id="4" creationId="{D3C725E8-0BC8-ADFD-D683-1F0971F0B60D}"/>
          </ac:graphicFrameMkLst>
        </pc:graphicFrameChg>
        <pc:graphicFrameChg chg="add mod modGraphic">
          <ac:chgData name="Siddharth Agarwal" userId="ee594093-10d0-4918-bdd9-be1c6ea55622" providerId="ADAL" clId="{E8A3CCC7-BDAF-4F44-85FD-AA71BA7932FE}" dt="2025-06-12T03:58:41.592" v="8229" actId="931"/>
          <ac:graphicFrameMkLst>
            <pc:docMk/>
            <pc:sldMk cId="4148326621" sldId="2147473851"/>
            <ac:graphicFrameMk id="32" creationId="{40DC2F42-C1E7-B091-9B50-46C285F088B7}"/>
          </ac:graphicFrameMkLst>
        </pc:graphicFrameChg>
        <pc:cxnChg chg="add mod">
          <ac:chgData name="Siddharth Agarwal" userId="ee594093-10d0-4918-bdd9-be1c6ea55622" providerId="ADAL" clId="{E8A3CCC7-BDAF-4F44-85FD-AA71BA7932FE}" dt="2025-06-11T10:54:32.450" v="7871" actId="1076"/>
          <ac:cxnSpMkLst>
            <pc:docMk/>
            <pc:sldMk cId="4148326621" sldId="2147473851"/>
            <ac:cxnSpMk id="7" creationId="{12583756-0A74-C4BB-8D1A-B333FAFDBA02}"/>
          </ac:cxnSpMkLst>
        </pc:cxnChg>
        <pc:cxnChg chg="add mod">
          <ac:chgData name="Siddharth Agarwal" userId="ee594093-10d0-4918-bdd9-be1c6ea55622" providerId="ADAL" clId="{E8A3CCC7-BDAF-4F44-85FD-AA71BA7932FE}" dt="2025-06-11T10:52:32.753" v="7869" actId="14100"/>
          <ac:cxnSpMkLst>
            <pc:docMk/>
            <pc:sldMk cId="4148326621" sldId="2147473851"/>
            <ac:cxnSpMk id="9" creationId="{E1DC5741-6A99-14FE-072C-CA2FA807931D}"/>
          </ac:cxnSpMkLst>
        </pc:cxnChg>
      </pc:sldChg>
      <pc:sldMasterChg chg="del delSldLayout">
        <pc:chgData name="Siddharth Agarwal" userId="ee594093-10d0-4918-bdd9-be1c6ea55622" providerId="ADAL" clId="{E8A3CCC7-BDAF-4F44-85FD-AA71BA7932FE}" dt="2025-05-14T05:51:54.064" v="3063" actId="47"/>
        <pc:sldMasterMkLst>
          <pc:docMk/>
          <pc:sldMasterMk cId="1341839358" sldId="2147483648"/>
        </pc:sldMasterMkLst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118640646" sldId="2147483649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141528829" sldId="2147483650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3576149275" sldId="2147483651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3107629336" sldId="2147483652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3902833611" sldId="2147483653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3261529043" sldId="2147483654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2772786770" sldId="2147483655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1248041738" sldId="2147483656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3297335949" sldId="2147483657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1646257175" sldId="2147483658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516301999" sldId="2147483659"/>
          </pc:sldLayoutMkLst>
        </pc:sldLayoutChg>
        <pc:sldLayoutChg chg="del">
          <pc:chgData name="Siddharth Agarwal" userId="ee594093-10d0-4918-bdd9-be1c6ea55622" providerId="ADAL" clId="{E8A3CCC7-BDAF-4F44-85FD-AA71BA7932FE}" dt="2025-05-14T05:51:54.064" v="3063" actId="47"/>
          <pc:sldLayoutMkLst>
            <pc:docMk/>
            <pc:sldMasterMk cId="1341839358" sldId="2147483648"/>
            <pc:sldLayoutMk cId="1555592125" sldId="2147483673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0032241602450738E-2"/>
          <c:y val="9.735290156520629E-2"/>
          <c:w val="0.98996775839754925"/>
          <c:h val="0.8427925839030524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69-499C-946A-C1E615E66B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169-499C-946A-C1E615E66B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169-499C-946A-C1E615E66B1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169-499C-946A-C1E615E66B13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B-2169-499C-946A-C1E615E66B1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169-499C-946A-C1E615E66B13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169-499C-946A-C1E615E66B13}"/>
              </c:ext>
            </c:extLst>
          </c:dPt>
          <c:dPt>
            <c:idx val="8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169-499C-946A-C1E615E66B13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169-499C-946A-C1E615E66B13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169-499C-946A-C1E615E66B13}"/>
              </c:ext>
            </c:extLst>
          </c:dPt>
          <c:dPt>
            <c:idx val="1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536E-4F2C-B09E-9251F14D7E3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HP</c:v>
                </c:pt>
                <c:pt idx="1">
                  <c:v>DADDIES</c:v>
                </c:pt>
                <c:pt idx="2">
                  <c:v>BRANSTON</c:v>
                </c:pt>
                <c:pt idx="3">
                  <c:v>PRIVATE LABEL</c:v>
                </c:pt>
                <c:pt idx="4">
                  <c:v>HP</c:v>
                </c:pt>
                <c:pt idx="5">
                  <c:v>DADDIES</c:v>
                </c:pt>
                <c:pt idx="6">
                  <c:v>BRANSTON</c:v>
                </c:pt>
                <c:pt idx="7">
                  <c:v>PRIVATE LABEL</c:v>
                </c:pt>
                <c:pt idx="8">
                  <c:v>HP</c:v>
                </c:pt>
                <c:pt idx="9">
                  <c:v>DADDIES</c:v>
                </c:pt>
                <c:pt idx="10">
                  <c:v>BRANSTON</c:v>
                </c:pt>
                <c:pt idx="11">
                  <c:v>PRIVATE LABEL</c:v>
                </c:pt>
              </c:strCache>
            </c:strRef>
          </c:cat>
          <c:val>
            <c:numRef>
              <c:f>Sheet1!$B$2:$B$13</c:f>
              <c:numCache>
                <c:formatCode>0.0</c:formatCode>
                <c:ptCount val="12"/>
                <c:pt idx="0">
                  <c:v>5.2245350000000004</c:v>
                </c:pt>
                <c:pt idx="1">
                  <c:v>3.174579</c:v>
                </c:pt>
                <c:pt idx="2">
                  <c:v>3.4879519999999999</c:v>
                </c:pt>
                <c:pt idx="3">
                  <c:v>1.7971699999999999</c:v>
                </c:pt>
                <c:pt idx="4">
                  <c:v>6.2321929999999996</c:v>
                </c:pt>
                <c:pt idx="5">
                  <c:v>3.7958530000000001</c:v>
                </c:pt>
                <c:pt idx="6">
                  <c:v>4.2383459999999999</c:v>
                </c:pt>
                <c:pt idx="7">
                  <c:v>2.1067710000000002</c:v>
                </c:pt>
                <c:pt idx="8">
                  <c:v>6.0157910000000001</c:v>
                </c:pt>
                <c:pt idx="9">
                  <c:v>4.2297950000000002</c:v>
                </c:pt>
                <c:pt idx="10">
                  <c:v>4.4864870000000003</c:v>
                </c:pt>
                <c:pt idx="11">
                  <c:v>2.2713770000000002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2169-499C-946A-C1E615E66B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CSF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87F93AB-F091-4F49-8B2B-EA30648B99BE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D-2169-499C-946A-C1E615E66B1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CF38C4E-0EDB-4BAE-8F77-7A7FDD981CCC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2169-499C-946A-C1E615E66B1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C6FA93F-E649-4452-A822-D80B8ECCBF77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2169-499C-946A-C1E615E66B1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1432172-C681-4A98-92A0-EC0183B8151E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2169-499C-946A-C1E615E66B1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A34DFAEB-42CB-47AE-9A4A-AA17225DC2C6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2169-499C-946A-C1E615E66B1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B03CEE2F-836E-444E-A513-A00A01B77822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2169-499C-946A-C1E615E66B1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06D99CAC-0D88-4608-877D-9194D8AC6A17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2169-499C-946A-C1E615E66B1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A7E6C483-F62F-4ED0-9CCA-F9D2C785BB33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2169-499C-946A-C1E615E66B1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386A1C57-6A70-4BD0-9410-B6E5A89CD83F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2169-499C-946A-C1E615E66B1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C3A63A07-3B6D-479E-AABD-A67D9FF9E8EB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2169-499C-946A-C1E615E66B13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F3911654-AA5B-4FE9-8754-B23AFA9381CC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2169-499C-946A-C1E615E66B13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BD25B5F5-2D1E-4B0A-8914-9759FB46B1DD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8C1A-49D9-820B-7D149EA03F4E}"/>
                </c:ext>
              </c:extLst>
            </c:dLbl>
            <c:numFmt formatCode="#,##0.0" sourceLinked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HP</c:v>
                </c:pt>
                <c:pt idx="1">
                  <c:v>DADDIES</c:v>
                </c:pt>
                <c:pt idx="2">
                  <c:v>BRANSTON</c:v>
                </c:pt>
                <c:pt idx="3">
                  <c:v>PRIVATE LABEL</c:v>
                </c:pt>
                <c:pt idx="4">
                  <c:v>HP</c:v>
                </c:pt>
                <c:pt idx="5">
                  <c:v>DADDIES</c:v>
                </c:pt>
                <c:pt idx="6">
                  <c:v>BRANSTON</c:v>
                </c:pt>
                <c:pt idx="7">
                  <c:v>PRIVATE LABEL</c:v>
                </c:pt>
                <c:pt idx="8">
                  <c:v>HP</c:v>
                </c:pt>
                <c:pt idx="9">
                  <c:v>DADDIES</c:v>
                </c:pt>
                <c:pt idx="10">
                  <c:v>BRANSTON</c:v>
                </c:pt>
                <c:pt idx="11">
                  <c:v>PRIVATE LABEL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Sheet1!$F$2:$F$13</c15:f>
                <c15:dlblRangeCache>
                  <c:ptCount val="12"/>
                  <c:pt idx="0">
                    <c:v>2.61</c:v>
                  </c:pt>
                  <c:pt idx="1">
                    <c:v>2.39</c:v>
                  </c:pt>
                  <c:pt idx="2">
                    <c:v>2.42</c:v>
                  </c:pt>
                  <c:pt idx="3">
                    <c:v>2.24</c:v>
                  </c:pt>
                  <c:pt idx="4">
                    <c:v>2.19</c:v>
                  </c:pt>
                  <c:pt idx="5">
                    <c:v>2.45</c:v>
                  </c:pt>
                  <c:pt idx="6">
                    <c:v>2.31</c:v>
                  </c:pt>
                  <c:pt idx="7">
                    <c:v>2.35</c:v>
                  </c:pt>
                  <c:pt idx="8">
                    <c:v>2.25</c:v>
                  </c:pt>
                  <c:pt idx="9">
                    <c:v>2.12</c:v>
                  </c:pt>
                  <c:pt idx="10">
                    <c:v>2.16</c:v>
                  </c:pt>
                  <c:pt idx="11">
                    <c:v>2.30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2D-2169-499C-946A-C1E615E66B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MCV</c:v>
                </c:pt>
              </c:strCache>
            </c:strRef>
          </c:tx>
          <c:spPr>
            <a:solidFill>
              <a:schemeClr val="accent4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2169-499C-946A-C1E615E66B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2169-499C-946A-C1E615E66B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2169-499C-946A-C1E615E66B1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7-2169-499C-946A-C1E615E66B1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2169-499C-946A-C1E615E66B13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2169-499C-946A-C1E615E66B13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2169-499C-946A-C1E615E66B13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D-2169-499C-946A-C1E615E66B13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1E1A-49AE-BA03-37E2B4C7BCD3}"/>
              </c:ext>
            </c:extLst>
          </c:dPt>
          <c:dLbls>
            <c:dLbl>
              <c:idx val="0"/>
              <c:layout>
                <c:manualLayout>
                  <c:x val="1.1745406205162837E-3"/>
                  <c:y val="-0.25834517742396845"/>
                </c:manualLayout>
              </c:layout>
              <c:tx>
                <c:rich>
                  <a:bodyPr/>
                  <a:lstStyle/>
                  <a:p>
                    <a:fld id="{BBF72ACA-BA0A-4EA8-A742-95EA03D514EB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F-2169-499C-946A-C1E615E66B13}"/>
                </c:ext>
              </c:extLst>
            </c:dLbl>
            <c:dLbl>
              <c:idx val="1"/>
              <c:layout>
                <c:manualLayout>
                  <c:x val="-2.1532995958458406E-17"/>
                  <c:y val="-0.15175823341558978"/>
                </c:manualLayout>
              </c:layout>
              <c:tx>
                <c:rich>
                  <a:bodyPr/>
                  <a:lstStyle/>
                  <a:p>
                    <a:fld id="{1E059EB0-ECEA-4E77-8166-3C5852FDF250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1-2169-499C-946A-C1E615E66B13}"/>
                </c:ext>
              </c:extLst>
            </c:dLbl>
            <c:dLbl>
              <c:idx val="2"/>
              <c:layout>
                <c:manualLayout>
                  <c:x val="0"/>
                  <c:y val="-0.1610106090303092"/>
                </c:manualLayout>
              </c:layout>
              <c:tx>
                <c:rich>
                  <a:bodyPr/>
                  <a:lstStyle/>
                  <a:p>
                    <a:fld id="{BDF693B3-0628-41D5-AAEB-67858F6650BD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3-2169-499C-946A-C1E615E66B13}"/>
                </c:ext>
              </c:extLst>
            </c:dLbl>
            <c:dLbl>
              <c:idx val="3"/>
              <c:layout>
                <c:manualLayout>
                  <c:x val="-4.3065991916916812E-17"/>
                  <c:y val="-9.383614060828227E-2"/>
                </c:manualLayout>
              </c:layout>
              <c:tx>
                <c:rich>
                  <a:bodyPr/>
                  <a:lstStyle/>
                  <a:p>
                    <a:fld id="{C2E83123-FD19-4B3D-BB56-32F09AF307B0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6-2169-499C-946A-C1E615E66B13}"/>
                </c:ext>
              </c:extLst>
            </c:dLbl>
            <c:dLbl>
              <c:idx val="4"/>
              <c:layout>
                <c:manualLayout>
                  <c:x val="-1.1745406205163698E-3"/>
                  <c:y val="-0.23745006267359223"/>
                </c:manualLayout>
              </c:layout>
              <c:tx>
                <c:rich>
                  <a:bodyPr/>
                  <a:lstStyle/>
                  <a:p>
                    <a:fld id="{832A6CFC-2993-45F1-8857-E29AF0ED9CDF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7-2169-499C-946A-C1E615E66B13}"/>
                </c:ext>
              </c:extLst>
            </c:dLbl>
            <c:dLbl>
              <c:idx val="5"/>
              <c:layout>
                <c:manualLayout>
                  <c:x val="-1.1745406205162837E-3"/>
                  <c:y val="-0.18459341373760954"/>
                </c:manualLayout>
              </c:layout>
              <c:tx>
                <c:rich>
                  <a:bodyPr/>
                  <a:lstStyle/>
                  <a:p>
                    <a:fld id="{1FAC4F2B-4251-461D-B3AC-E8257C91D188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5-2169-499C-946A-C1E615E66B13}"/>
                </c:ext>
              </c:extLst>
            </c:dLbl>
            <c:dLbl>
              <c:idx val="6"/>
              <c:layout>
                <c:manualLayout>
                  <c:x val="0"/>
                  <c:y val="-0.17593569099486367"/>
                </c:manualLayout>
              </c:layout>
              <c:tx>
                <c:rich>
                  <a:bodyPr/>
                  <a:lstStyle/>
                  <a:p>
                    <a:fld id="{71A29690-C8E3-4989-ABF6-C235EB2C3423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7-2169-499C-946A-C1E615E66B13}"/>
                </c:ext>
              </c:extLst>
            </c:dLbl>
            <c:dLbl>
              <c:idx val="7"/>
              <c:layout>
                <c:manualLayout>
                  <c:x val="-8.6131983833833623E-17"/>
                  <c:y val="-0.10820989977161109"/>
                </c:manualLayout>
              </c:layout>
              <c:tx>
                <c:rich>
                  <a:bodyPr/>
                  <a:lstStyle/>
                  <a:p>
                    <a:fld id="{C0A012C9-9317-4BDF-B1BA-AAECD804C232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9-2169-499C-946A-C1E615E66B13}"/>
                </c:ext>
              </c:extLst>
            </c:dLbl>
            <c:dLbl>
              <c:idx val="8"/>
              <c:layout>
                <c:manualLayout>
                  <c:x val="0"/>
                  <c:y val="-0.22849501349485954"/>
                </c:manualLayout>
              </c:layout>
              <c:tx>
                <c:rich>
                  <a:bodyPr/>
                  <a:lstStyle/>
                  <a:p>
                    <a:fld id="{82D5E1E5-A6A9-471F-BD29-4DF189E91EFB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B-2169-499C-946A-C1E615E66B13}"/>
                </c:ext>
              </c:extLst>
            </c:dLbl>
            <c:dLbl>
              <c:idx val="9"/>
              <c:layout>
                <c:manualLayout>
                  <c:x val="1.1745406205162837E-3"/>
                  <c:y val="-0.16071328259432247"/>
                </c:manualLayout>
              </c:layout>
              <c:tx>
                <c:rich>
                  <a:bodyPr/>
                  <a:lstStyle/>
                  <a:p>
                    <a:fld id="{7CBCB1A0-0EB8-4051-8A65-72265656A084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D-2169-499C-946A-C1E615E66B13}"/>
                </c:ext>
              </c:extLst>
            </c:dLbl>
            <c:dLbl>
              <c:idx val="10"/>
              <c:layout>
                <c:manualLayout>
                  <c:x val="0"/>
                  <c:y val="-0.1610106090303092"/>
                </c:manualLayout>
              </c:layout>
              <c:tx>
                <c:rich>
                  <a:bodyPr/>
                  <a:lstStyle/>
                  <a:p>
                    <a:fld id="{2AD128FD-41E4-4DA5-B15A-F13BB0905BE3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F-2169-499C-946A-C1E615E66B13}"/>
                </c:ext>
              </c:extLst>
            </c:dLbl>
            <c:dLbl>
              <c:idx val="11"/>
              <c:layout>
                <c:manualLayout>
                  <c:x val="-1.7226396766766725E-16"/>
                  <c:y val="-0.11119491616452198"/>
                </c:manualLayout>
              </c:layout>
              <c:tx>
                <c:rich>
                  <a:bodyPr/>
                  <a:lstStyle/>
                  <a:p>
                    <a:fld id="{EA9396A7-0B9B-4CB7-88D3-DF420C956761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1E1A-49AE-BA03-37E2B4C7BCD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HP</c:v>
                </c:pt>
                <c:pt idx="1">
                  <c:v>DADDIES</c:v>
                </c:pt>
                <c:pt idx="2">
                  <c:v>BRANSTON</c:v>
                </c:pt>
                <c:pt idx="3">
                  <c:v>PRIVATE LABEL</c:v>
                </c:pt>
                <c:pt idx="4">
                  <c:v>HP</c:v>
                </c:pt>
                <c:pt idx="5">
                  <c:v>DADDIES</c:v>
                </c:pt>
                <c:pt idx="6">
                  <c:v>BRANSTON</c:v>
                </c:pt>
                <c:pt idx="7">
                  <c:v>PRIVATE LABEL</c:v>
                </c:pt>
                <c:pt idx="8">
                  <c:v>HP</c:v>
                </c:pt>
                <c:pt idx="9">
                  <c:v>DADDIES</c:v>
                </c:pt>
                <c:pt idx="10">
                  <c:v>BRANSTON</c:v>
                </c:pt>
                <c:pt idx="11">
                  <c:v>PRIVATE LABEL</c:v>
                </c:pt>
              </c:strCache>
            </c:strRef>
          </c:cat>
          <c:val>
            <c:numRef>
              <c:f>Sheet1!$D$2:$D$13</c:f>
              <c:numCache>
                <c:formatCode>#,##0.0</c:formatCode>
                <c:ptCount val="12"/>
                <c:pt idx="0">
                  <c:v>8.4295279324879004</c:v>
                </c:pt>
                <c:pt idx="1">
                  <c:v>4.4137708651357705</c:v>
                </c:pt>
                <c:pt idx="2">
                  <c:v>4.9586576846291006</c:v>
                </c:pt>
                <c:pt idx="3">
                  <c:v>2.2317110244629998</c:v>
                </c:pt>
                <c:pt idx="4">
                  <c:v>7.3866248099931999</c:v>
                </c:pt>
                <c:pt idx="5">
                  <c:v>5.5212663907891697</c:v>
                </c:pt>
                <c:pt idx="6">
                  <c:v>5.5671270871644207</c:v>
                </c:pt>
                <c:pt idx="7">
                  <c:v>2.85054543120361</c:v>
                </c:pt>
                <c:pt idx="8">
                  <c:v>7.5202483512160008</c:v>
                </c:pt>
                <c:pt idx="9">
                  <c:v>4.7199684291076194</c:v>
                </c:pt>
                <c:pt idx="10">
                  <c:v>5.1846106740441904</c:v>
                </c:pt>
                <c:pt idx="11">
                  <c:v>2.9531384575886799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Sheet1!$E$2:$E$13</c15:f>
                <c15:dlblRangeCache>
                  <c:ptCount val="12"/>
                  <c:pt idx="0">
                    <c:v>13.65</c:v>
                  </c:pt>
                  <c:pt idx="1">
                    <c:v>7.59</c:v>
                  </c:pt>
                  <c:pt idx="2">
                    <c:v>8.45</c:v>
                  </c:pt>
                  <c:pt idx="3">
                    <c:v>4.03</c:v>
                  </c:pt>
                  <c:pt idx="4">
                    <c:v>13.62</c:v>
                  </c:pt>
                  <c:pt idx="5">
                    <c:v>9.32</c:v>
                  </c:pt>
                  <c:pt idx="6">
                    <c:v>9.81</c:v>
                  </c:pt>
                  <c:pt idx="7">
                    <c:v>4.96</c:v>
                  </c:pt>
                  <c:pt idx="8">
                    <c:v>13.54</c:v>
                  </c:pt>
                  <c:pt idx="9">
                    <c:v>8.95</c:v>
                  </c:pt>
                  <c:pt idx="10">
                    <c:v>9.67</c:v>
                  </c:pt>
                  <c:pt idx="11">
                    <c:v>5.22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4A-2169-499C-946A-C1E615E66B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100"/>
        <c:axId val="624022336"/>
        <c:axId val="730110688"/>
      </c:barChart>
      <c:catAx>
        <c:axId val="62402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110688"/>
        <c:crosses val="autoZero"/>
        <c:auto val="1"/>
        <c:lblAlgn val="ctr"/>
        <c:lblOffset val="100"/>
        <c:noMultiLvlLbl val="0"/>
      </c:catAx>
      <c:valAx>
        <c:axId val="730110688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4022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0032241602450738E-2"/>
          <c:y val="0.26152877682063191"/>
          <c:w val="0.98996775839754925"/>
          <c:h val="0.685583249046057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69-499C-946A-C1E615E66B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169-499C-946A-C1E615E66B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169-499C-946A-C1E615E66B1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169-499C-946A-C1E615E66B13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B-2169-499C-946A-C1E615E66B1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169-499C-946A-C1E615E66B13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169-499C-946A-C1E615E66B13}"/>
              </c:ext>
            </c:extLst>
          </c:dPt>
          <c:dPt>
            <c:idx val="7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169-499C-946A-C1E615E66B13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169-499C-946A-C1E615E66B13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169-499C-946A-C1E615E66B13}"/>
              </c:ext>
            </c:extLst>
          </c:dPt>
          <c:dPt>
            <c:idx val="1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169-499C-946A-C1E615E66B1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HP</c:v>
                </c:pt>
                <c:pt idx="1">
                  <c:v>DADDIES</c:v>
                </c:pt>
                <c:pt idx="2">
                  <c:v>BRANSTON</c:v>
                </c:pt>
                <c:pt idx="3">
                  <c:v>PRIVATE LABEL</c:v>
                </c:pt>
                <c:pt idx="4">
                  <c:v>HP</c:v>
                </c:pt>
                <c:pt idx="5">
                  <c:v>DADDIES</c:v>
                </c:pt>
                <c:pt idx="6">
                  <c:v>PRIVATE LABEL</c:v>
                </c:pt>
                <c:pt idx="7">
                  <c:v>HP</c:v>
                </c:pt>
                <c:pt idx="8">
                  <c:v>DADDIES</c:v>
                </c:pt>
                <c:pt idx="9">
                  <c:v>GOLD STAR</c:v>
                </c:pt>
                <c:pt idx="10">
                  <c:v>HP</c:v>
                </c:pt>
              </c:strCache>
            </c:strRef>
          </c:cat>
          <c:val>
            <c:numRef>
              <c:f>Sheet1!$B$2:$B$12</c:f>
              <c:numCache>
                <c:formatCode>#,##0.0</c:formatCode>
                <c:ptCount val="11"/>
                <c:pt idx="0">
                  <c:v>6.0157913242866172</c:v>
                </c:pt>
                <c:pt idx="1">
                  <c:v>4.2297949320913037</c:v>
                </c:pt>
                <c:pt idx="2">
                  <c:v>4.4864866071709466</c:v>
                </c:pt>
                <c:pt idx="3">
                  <c:v>2.2713770430092883</c:v>
                </c:pt>
                <c:pt idx="4">
                  <c:v>5.9336893937893684</c:v>
                </c:pt>
                <c:pt idx="5">
                  <c:v>3.7518646466047114</c:v>
                </c:pt>
                <c:pt idx="6">
                  <c:v>2.3979515520769392</c:v>
                </c:pt>
                <c:pt idx="7">
                  <c:v>5.7072991152468964</c:v>
                </c:pt>
                <c:pt idx="8">
                  <c:v>3.751786675647399</c:v>
                </c:pt>
                <c:pt idx="9">
                  <c:v>1.8543338306736821</c:v>
                </c:pt>
                <c:pt idx="10">
                  <c:v>6.2798077051495449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2169-499C-946A-C1E615E66B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CSF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787F93AB-F091-4F49-8B2B-EA30648B99BE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D-2169-499C-946A-C1E615E66B1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2936BEBC-22F9-4B70-8DA7-3E67BA44D042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E-2169-499C-946A-C1E615E66B1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802196D-8188-4DFD-BED0-D0C276E2D635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F-2169-499C-946A-C1E615E66B1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6A1906F-779A-425C-A64D-AD92FE09E22B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2169-499C-946A-C1E615E66B1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0871382-D4E5-4D13-8E60-22CE64D231B3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2169-499C-946A-C1E615E66B1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DEA95B06-184E-42B0-B27D-44B802ECCE0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2169-499C-946A-C1E615E66B1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D684A3B8-3747-4292-8635-9EC2BE1958B1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2169-499C-946A-C1E615E66B1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45F7F827-22CC-4F91-BF5A-57539C0DD605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2169-499C-946A-C1E615E66B1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8E7A6DF4-E991-433E-BC25-4C8980B4173E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2169-499C-946A-C1E615E66B13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CA6D8187-5513-454C-B30C-CFB2C3706995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2169-499C-946A-C1E615E66B13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E6BB6BE7-3730-42B6-9ABE-0440950B2A50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2169-499C-946A-C1E615E66B13}"/>
                </c:ext>
              </c:extLst>
            </c:dLbl>
            <c:numFmt formatCode="#,##0.0" sourceLinked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HP</c:v>
                </c:pt>
                <c:pt idx="1">
                  <c:v>DADDIES</c:v>
                </c:pt>
                <c:pt idx="2">
                  <c:v>BRANSTON</c:v>
                </c:pt>
                <c:pt idx="3">
                  <c:v>PRIVATE LABEL</c:v>
                </c:pt>
                <c:pt idx="4">
                  <c:v>HP</c:v>
                </c:pt>
                <c:pt idx="5">
                  <c:v>DADDIES</c:v>
                </c:pt>
                <c:pt idx="6">
                  <c:v>PRIVATE LABEL</c:v>
                </c:pt>
                <c:pt idx="7">
                  <c:v>HP</c:v>
                </c:pt>
                <c:pt idx="8">
                  <c:v>DADDIES</c:v>
                </c:pt>
                <c:pt idx="9">
                  <c:v>GOLD STAR</c:v>
                </c:pt>
                <c:pt idx="10">
                  <c:v>HP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Sheet1!$F$2:$F$12</c15:f>
                <c15:dlblRangeCache>
                  <c:ptCount val="11"/>
                  <c:pt idx="0">
                    <c:v>2.25</c:v>
                  </c:pt>
                  <c:pt idx="1">
                    <c:v>2.12</c:v>
                  </c:pt>
                  <c:pt idx="2">
                    <c:v>2.16</c:v>
                  </c:pt>
                  <c:pt idx="3">
                    <c:v>2.30</c:v>
                  </c:pt>
                  <c:pt idx="4">
                    <c:v>2.25</c:v>
                  </c:pt>
                  <c:pt idx="5">
                    <c:v>2.02</c:v>
                  </c:pt>
                  <c:pt idx="6">
                    <c:v>2.44</c:v>
                  </c:pt>
                  <c:pt idx="7">
                    <c:v>1.76</c:v>
                  </c:pt>
                  <c:pt idx="8">
                    <c:v>1.68</c:v>
                  </c:pt>
                  <c:pt idx="9">
                    <c:v>1.79</c:v>
                  </c:pt>
                  <c:pt idx="10">
                    <c:v>2.22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2D-2169-499C-946A-C1E615E66B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MCV</c:v>
                </c:pt>
              </c:strCache>
            </c:strRef>
          </c:tx>
          <c:spPr>
            <a:solidFill>
              <a:schemeClr val="accent4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2169-499C-946A-C1E615E66B1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2169-499C-946A-C1E615E66B1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2169-499C-946A-C1E615E66B1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47-2169-499C-946A-C1E615E66B1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2169-499C-946A-C1E615E66B13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2169-499C-946A-C1E615E66B13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2169-499C-946A-C1E615E66B13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2169-499C-946A-C1E615E66B13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F-2169-499C-946A-C1E615E66B13}"/>
              </c:ext>
            </c:extLst>
          </c:dPt>
          <c:dLbls>
            <c:dLbl>
              <c:idx val="0"/>
              <c:layout>
                <c:manualLayout>
                  <c:x val="-1.2038578942724775E-3"/>
                  <c:y val="-0.19101953760146836"/>
                </c:manualLayout>
              </c:layout>
              <c:tx>
                <c:rich>
                  <a:bodyPr/>
                  <a:lstStyle/>
                  <a:p>
                    <a:fld id="{9C9271FC-2885-4BA6-87E7-AC2D2D161670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F-2169-499C-946A-C1E615E66B13}"/>
                </c:ext>
              </c:extLst>
            </c:dLbl>
            <c:dLbl>
              <c:idx val="1"/>
              <c:layout>
                <c:manualLayout>
                  <c:x val="-2.3784395020971E-3"/>
                  <c:y val="-0.13461920731374616"/>
                </c:manualLayout>
              </c:layout>
              <c:tx>
                <c:rich>
                  <a:bodyPr/>
                  <a:lstStyle/>
                  <a:p>
                    <a:fld id="{29288F86-35D7-4CFE-9A13-14EDF9682473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1-2169-499C-946A-C1E615E66B13}"/>
                </c:ext>
              </c:extLst>
            </c:dLbl>
            <c:dLbl>
              <c:idx val="2"/>
              <c:layout>
                <c:manualLayout>
                  <c:x val="2.3637861196673777E-3"/>
                  <c:y val="-0.14318880000239648"/>
                </c:manualLayout>
              </c:layout>
              <c:tx>
                <c:rich>
                  <a:bodyPr/>
                  <a:lstStyle/>
                  <a:p>
                    <a:fld id="{845CE240-2138-42BF-8DF2-DC79B9241538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3-2169-499C-946A-C1E615E66B13}"/>
                </c:ext>
              </c:extLst>
            </c:dLbl>
            <c:dLbl>
              <c:idx val="3"/>
              <c:layout>
                <c:manualLayout>
                  <c:x val="-2.3784395020971E-3"/>
                  <c:y val="-0.10021074136926471"/>
                </c:manualLayout>
              </c:layout>
              <c:tx>
                <c:rich>
                  <a:bodyPr/>
                  <a:lstStyle/>
                  <a:p>
                    <a:fld id="{F31D12C7-6D5D-4F90-99A5-D3D36F0D62E5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6-2169-499C-946A-C1E615E66B13}"/>
                </c:ext>
              </c:extLst>
            </c:dLbl>
            <c:dLbl>
              <c:idx val="4"/>
              <c:layout>
                <c:manualLayout>
                  <c:x val="1.18921975104855E-3"/>
                  <c:y val="-0.18314171752611158"/>
                </c:manualLayout>
              </c:layout>
              <c:tx>
                <c:rich>
                  <a:bodyPr/>
                  <a:lstStyle/>
                  <a:p>
                    <a:fld id="{CD40DC81-A210-4E34-A741-C35F7064E035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7-2169-499C-946A-C1E615E66B13}"/>
                </c:ext>
              </c:extLst>
            </c:dLbl>
            <c:dLbl>
              <c:idx val="5"/>
              <c:layout>
                <c:manualLayout>
                  <c:x val="0"/>
                  <c:y val="-0.1069376041644155"/>
                </c:manualLayout>
              </c:layout>
              <c:tx>
                <c:rich>
                  <a:bodyPr/>
                  <a:lstStyle/>
                  <a:p>
                    <a:fld id="{A33D3490-B3B8-4049-A6A1-7B627D2D9322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5-2169-499C-946A-C1E615E66B13}"/>
                </c:ext>
              </c:extLst>
            </c:dLbl>
            <c:dLbl>
              <c:idx val="6"/>
              <c:layout>
                <c:manualLayout>
                  <c:x val="1.18921975104855E-3"/>
                  <c:y val="-9.5872879881698972E-2"/>
                </c:manualLayout>
              </c:layout>
              <c:tx>
                <c:rich>
                  <a:bodyPr/>
                  <a:lstStyle/>
                  <a:p>
                    <a:fld id="{E224633D-F61B-4B6B-AC3C-7AA79D23DF99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7-2169-499C-946A-C1E615E66B13}"/>
                </c:ext>
              </c:extLst>
            </c:dLbl>
            <c:dLbl>
              <c:idx val="7"/>
              <c:layout>
                <c:manualLayout>
                  <c:x val="-1.1892197510486372E-3"/>
                  <c:y val="-0.11519244352360254"/>
                </c:manualLayout>
              </c:layout>
              <c:tx>
                <c:rich>
                  <a:bodyPr/>
                  <a:lstStyle/>
                  <a:p>
                    <a:fld id="{AEF83B3F-B629-433C-80AE-DE9C3FA5E6F4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9-2169-499C-946A-C1E615E66B13}"/>
                </c:ext>
              </c:extLst>
            </c:dLbl>
            <c:dLbl>
              <c:idx val="8"/>
              <c:layout>
                <c:manualLayout>
                  <c:x val="8.7208440970875116E-17"/>
                  <c:y val="-7.8999234192953086E-2"/>
                </c:manualLayout>
              </c:layout>
              <c:tx>
                <c:rich>
                  <a:bodyPr/>
                  <a:lstStyle/>
                  <a:p>
                    <a:fld id="{2C7CE627-030E-493D-AD22-E4C69CFE276E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B-2169-499C-946A-C1E615E66B13}"/>
                </c:ext>
              </c:extLst>
            </c:dLbl>
            <c:dLbl>
              <c:idx val="9"/>
              <c:layout>
                <c:manualLayout>
                  <c:x val="-1.1892197510487246E-3"/>
                  <c:y val="-5.9940502847865014E-2"/>
                </c:manualLayout>
              </c:layout>
              <c:tx>
                <c:rich>
                  <a:bodyPr/>
                  <a:lstStyle/>
                  <a:p>
                    <a:fld id="{7EE7BD59-CF5B-44E4-8882-1254F3F435C4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D-2169-499C-946A-C1E615E66B13}"/>
                </c:ext>
              </c:extLst>
            </c:dLbl>
            <c:dLbl>
              <c:idx val="10"/>
              <c:layout>
                <c:manualLayout>
                  <c:x val="-2.3784395020971E-3"/>
                  <c:y val="-0.1914782943236773"/>
                </c:manualLayout>
              </c:layout>
              <c:tx>
                <c:rich>
                  <a:bodyPr/>
                  <a:lstStyle/>
                  <a:p>
                    <a:fld id="{E8B8668D-FFE5-4982-853E-3BD45294BD72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F-2169-499C-946A-C1E615E66B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HP</c:v>
                </c:pt>
                <c:pt idx="1">
                  <c:v>DADDIES</c:v>
                </c:pt>
                <c:pt idx="2">
                  <c:v>BRANSTON</c:v>
                </c:pt>
                <c:pt idx="3">
                  <c:v>PRIVATE LABEL</c:v>
                </c:pt>
                <c:pt idx="4">
                  <c:v>HP</c:v>
                </c:pt>
                <c:pt idx="5">
                  <c:v>DADDIES</c:v>
                </c:pt>
                <c:pt idx="6">
                  <c:v>PRIVATE LABEL</c:v>
                </c:pt>
                <c:pt idx="7">
                  <c:v>HP</c:v>
                </c:pt>
                <c:pt idx="8">
                  <c:v>DADDIES</c:v>
                </c:pt>
                <c:pt idx="9">
                  <c:v>GOLD STAR</c:v>
                </c:pt>
                <c:pt idx="10">
                  <c:v>HP</c:v>
                </c:pt>
              </c:strCache>
            </c:strRef>
          </c:cat>
          <c:val>
            <c:numRef>
              <c:f>Sheet1!$D$2:$D$12</c:f>
              <c:numCache>
                <c:formatCode>#,##0.0</c:formatCode>
                <c:ptCount val="11"/>
                <c:pt idx="0">
                  <c:v>7.5202480269293837</c:v>
                </c:pt>
                <c:pt idx="1">
                  <c:v>4.7199684970163158</c:v>
                </c:pt>
                <c:pt idx="2">
                  <c:v>5.1846110668732441</c:v>
                </c:pt>
                <c:pt idx="3">
                  <c:v>2.9531384145793917</c:v>
                </c:pt>
                <c:pt idx="4">
                  <c:v>7.3952888625220314</c:v>
                </c:pt>
                <c:pt idx="5">
                  <c:v>3.8384181447100989</c:v>
                </c:pt>
                <c:pt idx="6">
                  <c:v>3.4488010510846112</c:v>
                </c:pt>
                <c:pt idx="7">
                  <c:v>4.3505529638511033</c:v>
                </c:pt>
                <c:pt idx="8">
                  <c:v>2.534376105530971</c:v>
                </c:pt>
                <c:pt idx="9">
                  <c:v>1.464812843236398</c:v>
                </c:pt>
                <c:pt idx="10">
                  <c:v>7.657568553006656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Sheet1!$E$2:$E$12</c15:f>
                <c15:dlblRangeCache>
                  <c:ptCount val="11"/>
                  <c:pt idx="0">
                    <c:v>13.5</c:v>
                  </c:pt>
                  <c:pt idx="1">
                    <c:v>8.9</c:v>
                  </c:pt>
                  <c:pt idx="2">
                    <c:v>9.7</c:v>
                  </c:pt>
                  <c:pt idx="3">
                    <c:v>5.2</c:v>
                  </c:pt>
                  <c:pt idx="4">
                    <c:v>13.3</c:v>
                  </c:pt>
                  <c:pt idx="5">
                    <c:v>7.6</c:v>
                  </c:pt>
                  <c:pt idx="6">
                    <c:v>5.8</c:v>
                  </c:pt>
                  <c:pt idx="7">
                    <c:v>10.1</c:v>
                  </c:pt>
                  <c:pt idx="8">
                    <c:v>6.3</c:v>
                  </c:pt>
                  <c:pt idx="9">
                    <c:v>3.3</c:v>
                  </c:pt>
                  <c:pt idx="10">
                    <c:v>13.9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4A-2169-499C-946A-C1E615E66B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100"/>
        <c:axId val="624022336"/>
        <c:axId val="730110688"/>
      </c:barChart>
      <c:catAx>
        <c:axId val="62402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110688"/>
        <c:crosses val="autoZero"/>
        <c:auto val="1"/>
        <c:lblAlgn val="ctr"/>
        <c:lblOffset val="100"/>
        <c:noMultiLvlLbl val="0"/>
      </c:catAx>
      <c:valAx>
        <c:axId val="730110688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624022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164650308857525E-2"/>
          <c:y val="8.2177202741231248E-2"/>
          <c:w val="0.94299540153341876"/>
          <c:h val="0.8388874175988562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2A-4EFB-B71F-FB91AE00A83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2A-4EFB-B71F-FB91AE00A83F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F2A-4EFB-B71F-FB91AE00A83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F2A-4EFB-B71F-FB91AE00A83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F2A-4EFB-B71F-FB91AE00A83F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F2A-4EFB-B71F-FB91AE00A8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HP</c:v>
                </c:pt>
                <c:pt idx="1">
                  <c:v>BRANSTON</c:v>
                </c:pt>
                <c:pt idx="2">
                  <c:v>HP</c:v>
                </c:pt>
                <c:pt idx="3">
                  <c:v>DADDIES</c:v>
                </c:pt>
                <c:pt idx="4">
                  <c:v>PRIVATE LABEL</c:v>
                </c:pt>
                <c:pt idx="5">
                  <c:v>HP</c:v>
                </c:pt>
              </c:strCache>
            </c:strRef>
          </c:cat>
          <c:val>
            <c:numRef>
              <c:f>Sheet1!$B$2:$B$7</c:f>
              <c:numCache>
                <c:formatCode>#,##0.0</c:formatCode>
                <c:ptCount val="6"/>
                <c:pt idx="0">
                  <c:v>7.0185357774823434</c:v>
                </c:pt>
                <c:pt idx="1">
                  <c:v>4.4864866071709466</c:v>
                </c:pt>
                <c:pt idx="2">
                  <c:v>5.9729463859979477</c:v>
                </c:pt>
                <c:pt idx="3">
                  <c:v>4.2403951782731193</c:v>
                </c:pt>
                <c:pt idx="4">
                  <c:v>2.2713797695231261</c:v>
                </c:pt>
                <c:pt idx="5">
                  <c:v>5.7325536848574963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F2A-4EFB-B71F-FB91AE00A8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CSF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675A4C0-E168-43D9-A4E6-87E3A4B5CA2D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2F2A-4EFB-B71F-FB91AE00A83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5307A44-3960-47D9-AB48-370EA304AA1E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2F2A-4EFB-B71F-FB91AE00A83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60F6020-2F48-42C7-9551-88957E80BC4C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2F2A-4EFB-B71F-FB91AE00A83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658D5FA-ECBD-4133-9D89-70B2CD9E22E5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2F2A-4EFB-B71F-FB91AE00A83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78335128-DC32-4BAD-819E-FE9FA7713047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2F2A-4EFB-B71F-FB91AE00A83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F455B1A5-F366-4A9B-950E-55C60EB037C1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C-2F2A-4EFB-B71F-FB91AE00A83F}"/>
                </c:ext>
              </c:extLst>
            </c:dLbl>
            <c:numFmt formatCode="#,##0.0" sourceLinked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HP</c:v>
                </c:pt>
                <c:pt idx="1">
                  <c:v>BRANSTON</c:v>
                </c:pt>
                <c:pt idx="2">
                  <c:v>HP</c:v>
                </c:pt>
                <c:pt idx="3">
                  <c:v>DADDIES</c:v>
                </c:pt>
                <c:pt idx="4">
                  <c:v>PRIVATE LABEL</c:v>
                </c:pt>
                <c:pt idx="5">
                  <c:v>HP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Sheet1!$F$2:$F$7</c15:f>
                <c15:dlblRangeCache>
                  <c:ptCount val="6"/>
                  <c:pt idx="0">
                    <c:v>2.18</c:v>
                  </c:pt>
                  <c:pt idx="1">
                    <c:v>2.16</c:v>
                  </c:pt>
                  <c:pt idx="2">
                    <c:v>2.35</c:v>
                  </c:pt>
                  <c:pt idx="3">
                    <c:v>2.12</c:v>
                  </c:pt>
                  <c:pt idx="4">
                    <c:v>2.30</c:v>
                  </c:pt>
                  <c:pt idx="5">
                    <c:v>2.08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22-2F2A-4EFB-B71F-FB91AE00A8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MCV</c:v>
                </c:pt>
              </c:strCache>
            </c:strRef>
          </c:tx>
          <c:spPr>
            <a:solidFill>
              <a:schemeClr val="accent4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2F2A-4EFB-B71F-FB91AE00A83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2F2A-4EFB-B71F-FB91AE00A83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2F2A-4EFB-B71F-FB91AE00A83F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C-2F2A-4EFB-B71F-FB91AE00A83F}"/>
              </c:ext>
            </c:extLst>
          </c:dPt>
          <c:dLbls>
            <c:dLbl>
              <c:idx val="0"/>
              <c:layout>
                <c:manualLayout>
                  <c:x val="2.3197639672763734E-3"/>
                  <c:y val="-0.25784632707469629"/>
                </c:manualLayout>
              </c:layout>
              <c:tx>
                <c:rich>
                  <a:bodyPr/>
                  <a:lstStyle/>
                  <a:p>
                    <a:fld id="{BF0E778B-904E-42E4-AE21-2845E0C2FE3E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4-2F2A-4EFB-B71F-FB91AE00A83F}"/>
                </c:ext>
              </c:extLst>
            </c:dLbl>
            <c:dLbl>
              <c:idx val="1"/>
              <c:layout>
                <c:manualLayout>
                  <c:x val="1.145235555360012E-3"/>
                  <c:y val="-0.20444066530602456"/>
                </c:manualLayout>
              </c:layout>
              <c:tx>
                <c:rich>
                  <a:bodyPr/>
                  <a:lstStyle/>
                  <a:p>
                    <a:fld id="{B29B91B1-43CD-4CD4-8515-54EA90C3D6A6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6-2F2A-4EFB-B71F-FB91AE00A83F}"/>
                </c:ext>
              </c:extLst>
            </c:dLbl>
            <c:dLbl>
              <c:idx val="2"/>
              <c:layout>
                <c:manualLayout>
                  <c:x val="-2.3714746674194311E-3"/>
                  <c:y val="-0.25292239200426697"/>
                </c:manualLayout>
              </c:layout>
              <c:tx>
                <c:rich>
                  <a:bodyPr/>
                  <a:lstStyle/>
                  <a:p>
                    <a:fld id="{89F2EEFD-C456-4D08-97F1-067475188242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8-2F2A-4EFB-B71F-FB91AE00A83F}"/>
                </c:ext>
              </c:extLst>
            </c:dLbl>
            <c:dLbl>
              <c:idx val="3"/>
              <c:layout>
                <c:manualLayout>
                  <c:x val="-1.1853178676508149E-3"/>
                  <c:y val="-0.16719708486043908"/>
                </c:manualLayout>
              </c:layout>
              <c:tx>
                <c:rich>
                  <a:bodyPr/>
                  <a:lstStyle/>
                  <a:p>
                    <a:fld id="{2031077A-075A-44FD-9187-9FA677CE1633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5-2F2A-4EFB-B71F-FB91AE00A83F}"/>
                </c:ext>
              </c:extLst>
            </c:dLbl>
            <c:dLbl>
              <c:idx val="4"/>
              <c:layout>
                <c:manualLayout>
                  <c:x val="-2.3638310636802545E-3"/>
                  <c:y val="-0.13293385885945908"/>
                </c:manualLayout>
              </c:layout>
              <c:tx>
                <c:rich>
                  <a:bodyPr/>
                  <a:lstStyle/>
                  <a:p>
                    <a:fld id="{FEE42B4C-622C-4463-803E-605FD8C66197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A-2F2A-4EFB-B71F-FB91AE00A83F}"/>
                </c:ext>
              </c:extLst>
            </c:dLbl>
            <c:dLbl>
              <c:idx val="5"/>
              <c:layout>
                <c:manualLayout>
                  <c:x val="-4.7646683552195184E-3"/>
                  <c:y val="-0.20479557817962532"/>
                </c:manualLayout>
              </c:layout>
              <c:tx>
                <c:rich>
                  <a:bodyPr/>
                  <a:lstStyle/>
                  <a:p>
                    <a:fld id="{DEB71B37-3AA8-4331-A3E5-DF6E6597B94E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C-2F2A-4EFB-B71F-FB91AE00A8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HP</c:v>
                </c:pt>
                <c:pt idx="1">
                  <c:v>BRANSTON</c:v>
                </c:pt>
                <c:pt idx="2">
                  <c:v>HP</c:v>
                </c:pt>
                <c:pt idx="3">
                  <c:v>DADDIES</c:v>
                </c:pt>
                <c:pt idx="4">
                  <c:v>PRIVATE LABEL</c:v>
                </c:pt>
                <c:pt idx="5">
                  <c:v>HP</c:v>
                </c:pt>
              </c:strCache>
            </c:strRef>
          </c:cat>
          <c:val>
            <c:numRef>
              <c:f>Sheet1!$D$2:$D$7</c:f>
              <c:numCache>
                <c:formatCode>#,##0.0</c:formatCode>
                <c:ptCount val="6"/>
                <c:pt idx="0">
                  <c:v>8.3051206092727572</c:v>
                </c:pt>
                <c:pt idx="1">
                  <c:v>5.1846110668732441</c:v>
                </c:pt>
                <c:pt idx="2">
                  <c:v>8.0344941440189537</c:v>
                </c:pt>
                <c:pt idx="3">
                  <c:v>4.7330349489367611</c:v>
                </c:pt>
                <c:pt idx="4">
                  <c:v>2.9531466987156443</c:v>
                </c:pt>
                <c:pt idx="5">
                  <c:v>6.2119500932949041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Sheet1!$E$2:$E$7</c15:f>
                <c15:dlblRangeCache>
                  <c:ptCount val="6"/>
                  <c:pt idx="0">
                    <c:v>15.3</c:v>
                  </c:pt>
                  <c:pt idx="1">
                    <c:v>9.7</c:v>
                  </c:pt>
                  <c:pt idx="2">
                    <c:v>14.0</c:v>
                  </c:pt>
                  <c:pt idx="3">
                    <c:v>9.0</c:v>
                  </c:pt>
                  <c:pt idx="4">
                    <c:v>5.2</c:v>
                  </c:pt>
                  <c:pt idx="5">
                    <c:v>11.9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37-2F2A-4EFB-B71F-FB91AE00A8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100"/>
        <c:axId val="624022336"/>
        <c:axId val="730110688"/>
      </c:barChart>
      <c:catAx>
        <c:axId val="62402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110688"/>
        <c:crosses val="autoZero"/>
        <c:auto val="1"/>
        <c:lblAlgn val="ctr"/>
        <c:lblOffset val="100"/>
        <c:noMultiLvlLbl val="0"/>
      </c:catAx>
      <c:valAx>
        <c:axId val="730110688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624022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37056750215606E-2"/>
          <c:y val="8.2177202741231248E-2"/>
          <c:w val="0.92878948434012021"/>
          <c:h val="0.8388874175988562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2A-4EFB-B71F-FB91AE00A83F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2A-4EFB-B71F-FB91AE00A83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F2A-4EFB-B71F-FB91AE00A83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F2A-4EFB-B71F-FB91AE00A83F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F2A-4EFB-B71F-FB91AE00A8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HP</c:v>
                </c:pt>
                <c:pt idx="1">
                  <c:v>HP</c:v>
                </c:pt>
                <c:pt idx="2">
                  <c:v>DADDIES</c:v>
                </c:pt>
                <c:pt idx="3">
                  <c:v>PRIVATE LABEL</c:v>
                </c:pt>
                <c:pt idx="4">
                  <c:v>HP</c:v>
                </c:pt>
              </c:strCache>
            </c:strRef>
          </c:cat>
          <c:val>
            <c:numRef>
              <c:f>Sheet1!$B$2:$B$6</c:f>
              <c:numCache>
                <c:formatCode>#,##0.0</c:formatCode>
                <c:ptCount val="5"/>
                <c:pt idx="0">
                  <c:v>7.1853230671942629</c:v>
                </c:pt>
                <c:pt idx="1">
                  <c:v>5.9599317670496585</c:v>
                </c:pt>
                <c:pt idx="2">
                  <c:v>3.7564435222680337</c:v>
                </c:pt>
                <c:pt idx="3">
                  <c:v>2.3979587629520571</c:v>
                </c:pt>
                <c:pt idx="4">
                  <c:v>5.4761249901517193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F2A-4EFB-B71F-FB91AE00A8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CSF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3183BAD7-4320-43D1-A1D8-CDB5F2EE2BCA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7-2F2A-4EFB-B71F-FB91AE00A83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A9458F6-800A-4E50-9892-615F9D96EAF1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2F2A-4EFB-B71F-FB91AE00A83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B940FBD1-218B-46AD-AA68-35C368185AFA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2F2A-4EFB-B71F-FB91AE00A83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F833E13C-B855-420F-9803-11540D24B4E2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2F2A-4EFB-B71F-FB91AE00A83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C36B7A85-EEEE-49B3-911A-8611939EAC65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2F2A-4EFB-B71F-FB91AE00A83F}"/>
                </c:ext>
              </c:extLst>
            </c:dLbl>
            <c:numFmt formatCode="#,##0.0" sourceLinked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HP</c:v>
                </c:pt>
                <c:pt idx="1">
                  <c:v>HP</c:v>
                </c:pt>
                <c:pt idx="2">
                  <c:v>DADDIES</c:v>
                </c:pt>
                <c:pt idx="3">
                  <c:v>PRIVATE LABEL</c:v>
                </c:pt>
                <c:pt idx="4">
                  <c:v>HP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Sheet1!$F$2:$F$6</c15:f>
                <c15:dlblRangeCache>
                  <c:ptCount val="5"/>
                  <c:pt idx="0">
                    <c:v>2.26</c:v>
                  </c:pt>
                  <c:pt idx="1">
                    <c:v>2.32</c:v>
                  </c:pt>
                  <c:pt idx="2">
                    <c:v>2.02</c:v>
                  </c:pt>
                  <c:pt idx="3">
                    <c:v>2.44</c:v>
                  </c:pt>
                  <c:pt idx="4">
                    <c:v>2.06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22-2F2A-4EFB-B71F-FB91AE00A8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MCV</c:v>
                </c:pt>
              </c:strCache>
            </c:strRef>
          </c:tx>
          <c:spPr>
            <a:solidFill>
              <a:schemeClr val="accent4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2F2A-4EFB-B71F-FB91AE00A83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2F2A-4EFB-B71F-FB91AE00A83F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2F2A-4EFB-B71F-FB91AE00A83F}"/>
              </c:ext>
            </c:extLst>
          </c:dPt>
          <c:dLbls>
            <c:dLbl>
              <c:idx val="0"/>
              <c:layout>
                <c:manualLayout>
                  <c:x val="2.3197639672763734E-3"/>
                  <c:y val="-0.25784632707469629"/>
                </c:manualLayout>
              </c:layout>
              <c:tx>
                <c:rich>
                  <a:bodyPr/>
                  <a:lstStyle/>
                  <a:p>
                    <a:fld id="{A947B405-BD23-4562-A832-04D553BACB24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4-2F2A-4EFB-B71F-FB91AE00A83F}"/>
                </c:ext>
              </c:extLst>
            </c:dLbl>
            <c:dLbl>
              <c:idx val="1"/>
              <c:layout>
                <c:manualLayout>
                  <c:x val="1.1800046309052897E-3"/>
                  <c:y val="-0.23404703482528236"/>
                </c:manualLayout>
              </c:layout>
              <c:tx>
                <c:rich>
                  <a:bodyPr/>
                  <a:lstStyle/>
                  <a:p>
                    <a:fld id="{4B49F283-AE4B-4771-B4F9-226A8146E5C0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6-2F2A-4EFB-B71F-FB91AE00A83F}"/>
                </c:ext>
              </c:extLst>
            </c:dLbl>
            <c:dLbl>
              <c:idx val="2"/>
              <c:layout>
                <c:manualLayout>
                  <c:x val="-1.4914348760236671E-6"/>
                  <c:y val="-0.13856972788342148"/>
                </c:manualLayout>
              </c:layout>
              <c:tx>
                <c:rich>
                  <a:bodyPr/>
                  <a:lstStyle/>
                  <a:p>
                    <a:fld id="{83396275-8D21-413F-89B0-B6B64E588448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8-2F2A-4EFB-B71F-FB91AE00A83F}"/>
                </c:ext>
              </c:extLst>
            </c:dLbl>
            <c:dLbl>
              <c:idx val="3"/>
              <c:layout>
                <c:manualLayout>
                  <c:x val="3.8218018695881885E-6"/>
                  <c:y val="-0.12386210652706846"/>
                </c:manualLayout>
              </c:layout>
              <c:tx>
                <c:rich>
                  <a:bodyPr/>
                  <a:lstStyle/>
                  <a:p>
                    <a:fld id="{89C36D58-027E-4029-897A-5802E7B0F33B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5-2F2A-4EFB-B71F-FB91AE00A83F}"/>
                </c:ext>
              </c:extLst>
            </c:dLbl>
            <c:dLbl>
              <c:idx val="4"/>
              <c:layout>
                <c:manualLayout>
                  <c:x val="-2.9362624120006816E-5"/>
                  <c:y val="-0.18496638907713228"/>
                </c:manualLayout>
              </c:layout>
              <c:tx>
                <c:rich>
                  <a:bodyPr/>
                  <a:lstStyle/>
                  <a:p>
                    <a:fld id="{EFEB476C-0964-4462-9E19-147189E4E4F0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A-2F2A-4EFB-B71F-FB91AE00A8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HP</c:v>
                </c:pt>
                <c:pt idx="1">
                  <c:v>HP</c:v>
                </c:pt>
                <c:pt idx="2">
                  <c:v>DADDIES</c:v>
                </c:pt>
                <c:pt idx="3">
                  <c:v>PRIVATE LABEL</c:v>
                </c:pt>
                <c:pt idx="4">
                  <c:v>HP</c:v>
                </c:pt>
              </c:strCache>
            </c:strRef>
          </c:cat>
          <c:val>
            <c:numRef>
              <c:f>Sheet1!$D$2:$D$6</c:f>
              <c:numCache>
                <c:formatCode>#,##0.0</c:formatCode>
                <c:ptCount val="5"/>
                <c:pt idx="0">
                  <c:v>9.080855378290936</c:v>
                </c:pt>
                <c:pt idx="1">
                  <c:v>7.8606287427154413</c:v>
                </c:pt>
                <c:pt idx="2">
                  <c:v>3.838973264365436</c:v>
                </c:pt>
                <c:pt idx="3">
                  <c:v>3.448811790310323</c:v>
                </c:pt>
                <c:pt idx="4">
                  <c:v>5.7807148004232811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Sheet1!$E$2:$E$6</c15:f>
                <c15:dlblRangeCache>
                  <c:ptCount val="5"/>
                  <c:pt idx="0">
                    <c:v>16.3</c:v>
                  </c:pt>
                  <c:pt idx="1">
                    <c:v>13.8</c:v>
                  </c:pt>
                  <c:pt idx="2">
                    <c:v>7.6</c:v>
                  </c:pt>
                  <c:pt idx="3">
                    <c:v>5.8</c:v>
                  </c:pt>
                  <c:pt idx="4">
                    <c:v>11.3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37-2F2A-4EFB-B71F-FB91AE00A8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100"/>
        <c:axId val="624022336"/>
        <c:axId val="730110688"/>
      </c:barChart>
      <c:catAx>
        <c:axId val="62402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110688"/>
        <c:crosses val="autoZero"/>
        <c:auto val="1"/>
        <c:lblAlgn val="ctr"/>
        <c:lblOffset val="100"/>
        <c:noMultiLvlLbl val="0"/>
      </c:catAx>
      <c:valAx>
        <c:axId val="730110688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624022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37056750215606E-2"/>
          <c:y val="8.2177202741231248E-2"/>
          <c:w val="0.92878948434012021"/>
          <c:h val="0.8388874175988562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2A-4EFB-B71F-FB91AE00A83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2A-4EFB-B71F-FB91AE00A83F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F2A-4EFB-B71F-FB91AE00A83F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F2A-4EFB-B71F-FB91AE00A8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HP</c:v>
                </c:pt>
                <c:pt idx="1">
                  <c:v>DADDIES</c:v>
                </c:pt>
                <c:pt idx="2">
                  <c:v>HP</c:v>
                </c:pt>
                <c:pt idx="3">
                  <c:v>GOLD STAR</c:v>
                </c:pt>
              </c:strCache>
            </c:strRef>
          </c:cat>
          <c:val>
            <c:numRef>
              <c:f>Sheet1!$B$2:$B$5</c:f>
              <c:numCache>
                <c:formatCode>#,##0.0</c:formatCode>
                <c:ptCount val="4"/>
                <c:pt idx="0">
                  <c:v>5.8216519133036257</c:v>
                </c:pt>
                <c:pt idx="1">
                  <c:v>3.7518965311883861</c:v>
                </c:pt>
                <c:pt idx="2">
                  <c:v>5.6595867166156379</c:v>
                </c:pt>
                <c:pt idx="3">
                  <c:v>1.8543338306736821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F2A-4EFB-B71F-FB91AE00A8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CSF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47FC4FB6-8378-49A5-B6ED-3DBB54041A0F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2F2A-4EFB-B71F-FB91AE00A83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16BF3A0-EC38-4CE7-B64A-B716775AB357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2F2A-4EFB-B71F-FB91AE00A83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56FD5436-A5F2-4D2F-B5D6-22A7793731F2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2F2A-4EFB-B71F-FB91AE00A83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FB7BFF8-C372-470F-BAB3-541BFE4EBFC7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2F2A-4EFB-B71F-FB91AE00A83F}"/>
                </c:ext>
              </c:extLst>
            </c:dLbl>
            <c:numFmt formatCode="#,##0.0" sourceLinked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HP</c:v>
                </c:pt>
                <c:pt idx="1">
                  <c:v>DADDIES</c:v>
                </c:pt>
                <c:pt idx="2">
                  <c:v>HP</c:v>
                </c:pt>
                <c:pt idx="3">
                  <c:v>GOLD STAR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Sheet1!$F$2:$F$5</c15:f>
                <c15:dlblRangeCache>
                  <c:ptCount val="4"/>
                  <c:pt idx="0">
                    <c:v>1.75</c:v>
                  </c:pt>
                  <c:pt idx="1">
                    <c:v>1.68</c:v>
                  </c:pt>
                  <c:pt idx="2">
                    <c:v>1.77</c:v>
                  </c:pt>
                  <c:pt idx="3">
                    <c:v>1.79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22-2F2A-4EFB-B71F-FB91AE00A8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MCV</c:v>
                </c:pt>
              </c:strCache>
            </c:strRef>
          </c:tx>
          <c:spPr>
            <a:solidFill>
              <a:schemeClr val="accent4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2F2A-4EFB-B71F-FB91AE00A83F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2F2A-4EFB-B71F-FB91AE00A83F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2F2A-4EFB-B71F-FB91AE00A83F}"/>
              </c:ext>
            </c:extLst>
          </c:dPt>
          <c:dLbls>
            <c:dLbl>
              <c:idx val="0"/>
              <c:layout>
                <c:manualLayout>
                  <c:x val="1.1800046309052897E-3"/>
                  <c:y val="-0.1979459928411918"/>
                </c:manualLayout>
              </c:layout>
              <c:tx>
                <c:rich>
                  <a:bodyPr/>
                  <a:lstStyle/>
                  <a:p>
                    <a:fld id="{2C1D2DB4-3614-42ED-9B7C-57C83877B661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4-2F2A-4EFB-B71F-FB91AE00A83F}"/>
                </c:ext>
              </c:extLst>
            </c:dLbl>
            <c:dLbl>
              <c:idx val="1"/>
              <c:layout>
                <c:manualLayout>
                  <c:x val="-1.4914348760236671E-6"/>
                  <c:y val="-0.13856972788342148"/>
                </c:manualLayout>
              </c:layout>
              <c:tx>
                <c:rich>
                  <a:bodyPr/>
                  <a:lstStyle/>
                  <a:p>
                    <a:fld id="{2BFBD268-4A3C-41B7-BE6E-48BF385D6D6A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6-2F2A-4EFB-B71F-FB91AE00A83F}"/>
                </c:ext>
              </c:extLst>
            </c:dLbl>
            <c:dLbl>
              <c:idx val="2"/>
              <c:layout>
                <c:manualLayout>
                  <c:x val="3.8218018695881885E-6"/>
                  <c:y val="-0.19606419049524945"/>
                </c:manualLayout>
              </c:layout>
              <c:tx>
                <c:rich>
                  <a:bodyPr/>
                  <a:lstStyle/>
                  <a:p>
                    <a:fld id="{47D7D872-A9A7-4245-9FC9-6577F8956A85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8-2F2A-4EFB-B71F-FB91AE00A83F}"/>
                </c:ext>
              </c:extLst>
            </c:dLbl>
            <c:dLbl>
              <c:idx val="3"/>
              <c:layout>
                <c:manualLayout>
                  <c:x val="-3.5808419224446406E-3"/>
                  <c:y val="-9.471378411690598E-2"/>
                </c:manualLayout>
              </c:layout>
              <c:tx>
                <c:rich>
                  <a:bodyPr/>
                  <a:lstStyle/>
                  <a:p>
                    <a:fld id="{96C6D5EC-E598-4F6D-A9EE-2DB04F7880CB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5-2F2A-4EFB-B71F-FB91AE00A8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HP</c:v>
                </c:pt>
                <c:pt idx="1">
                  <c:v>DADDIES</c:v>
                </c:pt>
                <c:pt idx="2">
                  <c:v>HP</c:v>
                </c:pt>
                <c:pt idx="3">
                  <c:v>GOLD STAR</c:v>
                </c:pt>
              </c:strCache>
            </c:strRef>
          </c:cat>
          <c:val>
            <c:numRef>
              <c:f>Sheet1!$D$2:$D$5</c:f>
              <c:numCache>
                <c:formatCode>#,##0.0</c:formatCode>
                <c:ptCount val="4"/>
                <c:pt idx="0">
                  <c:v>4.3873239948243743</c:v>
                </c:pt>
                <c:pt idx="1">
                  <c:v>2.5342731176653839</c:v>
                </c:pt>
                <c:pt idx="2">
                  <c:v>4.3352106712470428</c:v>
                </c:pt>
                <c:pt idx="3">
                  <c:v>1.464812843236398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Sheet1!$E$2:$E$5</c15:f>
                <c15:dlblRangeCache>
                  <c:ptCount val="4"/>
                  <c:pt idx="0">
                    <c:v>10.2</c:v>
                  </c:pt>
                  <c:pt idx="1">
                    <c:v>6.3</c:v>
                  </c:pt>
                  <c:pt idx="2">
                    <c:v>10.0</c:v>
                  </c:pt>
                  <c:pt idx="3">
                    <c:v>3.3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37-2F2A-4EFB-B71F-FB91AE00A8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100"/>
        <c:axId val="624022336"/>
        <c:axId val="730110688"/>
      </c:barChart>
      <c:catAx>
        <c:axId val="62402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110688"/>
        <c:crosses val="autoZero"/>
        <c:auto val="1"/>
        <c:lblAlgn val="ctr"/>
        <c:lblOffset val="100"/>
        <c:noMultiLvlLbl val="0"/>
      </c:catAx>
      <c:valAx>
        <c:axId val="730110688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624022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37056750215606E-2"/>
          <c:y val="8.2177202741231248E-2"/>
          <c:w val="0.92878948434012021"/>
          <c:h val="0.8388874175988562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2A-4EFB-B71F-FB91AE00A83F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2A-4EFB-B71F-FB91AE00A8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HP</c:v>
                </c:pt>
                <c:pt idx="1">
                  <c:v>HP</c:v>
                </c:pt>
              </c:strCache>
            </c:strRef>
          </c:cat>
          <c:val>
            <c:numRef>
              <c:f>Sheet1!$B$2:$B$3</c:f>
              <c:numCache>
                <c:formatCode>#,##0.0</c:formatCode>
                <c:ptCount val="2"/>
                <c:pt idx="0">
                  <c:v>6.4598428267664163</c:v>
                </c:pt>
                <c:pt idx="1">
                  <c:v>5.8425915201167706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2F2A-4EFB-B71F-FB91AE00A8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CSF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CE30887-5E6F-484B-9DC8-547073017983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2F2A-4EFB-B71F-FB91AE00A83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343CC61-635E-4141-B9EB-07BB529DC4D1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8-2F2A-4EFB-B71F-FB91AE00A83F}"/>
                </c:ext>
              </c:extLst>
            </c:dLbl>
            <c:numFmt formatCode="#,##0.0" sourceLinked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HP</c:v>
                </c:pt>
                <c:pt idx="1">
                  <c:v>HP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Sheet1!$F$2:$F$3</c15:f>
                <c15:dlblRangeCache>
                  <c:ptCount val="2"/>
                  <c:pt idx="0">
                    <c:v>2.23</c:v>
                  </c:pt>
                  <c:pt idx="1">
                    <c:v>2.20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22-2F2A-4EFB-B71F-FB91AE00A8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MCV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2F2A-4EFB-B71F-FB91AE00A83F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2F2A-4EFB-B71F-FB91AE00A83F}"/>
              </c:ext>
            </c:extLst>
          </c:dPt>
          <c:dLbls>
            <c:dLbl>
              <c:idx val="0"/>
              <c:layout>
                <c:manualLayout>
                  <c:x val="-3.8218018695881885E-6"/>
                  <c:y val="-0.25570766001573664"/>
                </c:manualLayout>
              </c:layout>
              <c:tx>
                <c:rich>
                  <a:bodyPr/>
                  <a:lstStyle/>
                  <a:p>
                    <a:fld id="{AE9B3AAB-1CD6-4604-AC21-77994B054871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4-2F2A-4EFB-B71F-FB91AE00A83F}"/>
                </c:ext>
              </c:extLst>
            </c:dLbl>
            <c:dLbl>
              <c:idx val="1"/>
              <c:layout>
                <c:manualLayout>
                  <c:x val="-2.3970154896697628E-3"/>
                  <c:y val="-0.23550784785485904"/>
                </c:manualLayout>
              </c:layout>
              <c:tx>
                <c:rich>
                  <a:bodyPr/>
                  <a:lstStyle/>
                  <a:p>
                    <a:fld id="{B8391E42-7CBD-4F91-87B0-FAC58EDA24AD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26-2F2A-4EFB-B71F-FB91AE00A8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HP</c:v>
                </c:pt>
                <c:pt idx="1">
                  <c:v>HP</c:v>
                </c:pt>
              </c:strCache>
            </c:strRef>
          </c:cat>
          <c:val>
            <c:numRef>
              <c:f>Sheet1!$D$2:$D$3</c:f>
              <c:numCache>
                <c:formatCode>#,##0.0</c:formatCode>
                <c:ptCount val="2"/>
                <c:pt idx="0">
                  <c:v>7.9271169560944843</c:v>
                </c:pt>
                <c:pt idx="1">
                  <c:v>7.0029689203276293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Sheet1!$E$2:$E$3</c15:f>
                <c15:dlblRangeCache>
                  <c:ptCount val="2"/>
                  <c:pt idx="0">
                    <c:v>14.4</c:v>
                  </c:pt>
                  <c:pt idx="1">
                    <c:v>12.8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37-2F2A-4EFB-B71F-FB91AE00A8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100"/>
        <c:axId val="624022336"/>
        <c:axId val="730110688"/>
      </c:barChart>
      <c:catAx>
        <c:axId val="62402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0110688"/>
        <c:crosses val="autoZero"/>
        <c:auto val="1"/>
        <c:lblAlgn val="ctr"/>
        <c:lblOffset val="100"/>
        <c:noMultiLvlLbl val="0"/>
      </c:catAx>
      <c:valAx>
        <c:axId val="730110688"/>
        <c:scaling>
          <c:orientation val="minMax"/>
        </c:scaling>
        <c:delete val="1"/>
        <c:axPos val="l"/>
        <c:numFmt formatCode="#,##0.0" sourceLinked="1"/>
        <c:majorTickMark val="none"/>
        <c:minorTickMark val="none"/>
        <c:tickLblPos val="nextTo"/>
        <c:crossAx val="624022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0CAAA-76EB-4FBD-8A98-70EA00C8308F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C4A21-6053-4A10-8850-BD35FD72A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4930-51FE-B20A-D155-E4CF9E7A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C764B-A825-9AAE-0270-02BD53F98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D28A7-381A-CCBE-F6C4-95D5157C3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EED3B-2DB8-6E8D-F5E9-7A55163A8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B8A489-855E-409E-BC50-A1F80FEFCAB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060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1B7FA-E2C9-A988-06EC-A96F233D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ED21A-F3F5-52D8-C479-B014DE6A2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7BFFA-4E51-AD30-8E10-3CFCF056B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D6FF1-E14B-5D73-984E-BED6982BD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B8A489-855E-409E-BC50-A1F80FEFCAB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426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7836-F92B-25DF-DD65-9E716CB3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0EC0A-4425-34D5-69CC-AAC193DEC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94A30-C8AA-8824-89FF-72F776B0B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654C9-FDFC-3BCB-37A1-CAA67130A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B8A489-855E-409E-BC50-A1F80FEFCAB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228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7D110-7E8E-6174-7967-932C6C77E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6BD04-4372-22E6-4815-EE63EFA38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B7681E-5845-C02B-FA71-AB2DB40BB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2CDD4-1BE0-DF27-0DA3-2A76FBC60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B8A489-855E-409E-BC50-A1F80FEFCAB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546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304A3-2FFC-B4E1-A178-F73ABBEE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18466-920C-AE4B-D281-4C30442C1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40AB3-E5C2-1536-D9E7-E850FD8A0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4374C-AAB8-527E-56BB-A1F43B270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A489-855E-409E-BC50-A1F80FEFCAB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503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9406F-1C63-86B7-A110-EED6198D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AD173-FBF0-9AC2-E332-E73DB4345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4449C-7993-003C-4E91-012F5FFEC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3DEC0-E1CF-81C5-2558-8A8D503CE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A489-855E-409E-BC50-A1F80FEFCAB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011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E76FC-BB45-4CE8-B3E4-FA63AF97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B2FEF-8366-A6FE-1A5C-E754FEBB4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389DA-6579-F268-3585-B9858608E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4F89B-B7D2-FA76-61A7-F0936DCCA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A489-855E-409E-BC50-A1F80FEFCAB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435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4AA6-1AAE-8DD3-92FF-69BEF0C4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7F851-FC97-2188-1E22-57231121D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CFFE6-C0F2-EF3F-BD5B-47A7D143D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E16E-88FB-3AE6-AA73-0F2874C0FE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A489-855E-409E-BC50-A1F80FEFCAB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4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DCCB-795F-536B-CCD1-96E8CAB5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76DE44-D8F3-8A6D-A9F7-B92E3A0BB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253B8-4111-1A90-5E4D-489C44DFA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9EC30-CDE0-91A0-6EA2-468CEB1CF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A489-855E-409E-BC50-A1F80FEFCAB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082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E9543-3D8B-8DF6-9EA9-1E5DF08D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37D97-1300-B28E-2B87-68ECC0714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DA353-7915-39E5-FEBD-F05CB8E2C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505E3-FF64-A00E-4E1B-5AEAF62F3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A489-855E-409E-BC50-A1F80FEFCAB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635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075A-4B2F-90FB-5930-F76FD0DF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20BE6-5BC8-7EAB-FCF7-1C1C28C79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3A2F2-8398-8B19-A30E-F09CD0ED5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EB647-DF8F-57E8-1E53-DA563A174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A489-855E-409E-BC50-A1F80FEFCAB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81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18ACA-F0A0-D67D-1443-FF7F31792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380B1-70DA-A928-1336-946C929D7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4E6D24-6D43-1E7A-0233-EDE6F7B5D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CC238-04AD-E26E-C917-805E56FFC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A489-855E-409E-BC50-A1F80FEFCAB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275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02FDF-CB3C-F542-11C7-78C7A63A8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B4F25-D614-76C7-EEFF-574807633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C81B4-E01F-6562-8B7D-9B42E5EC0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AC407-55AF-D020-727C-7803E467D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B8A489-855E-409E-BC50-A1F80FEFCAB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90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493CB-36A6-4815-58F8-842FE4A44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D629D-5057-F8F7-49E4-4842C3515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18CCF-2485-FCB4-4DD2-9DA2194AB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5A815-23D6-5CE5-807E-6652ED2CD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B8A489-855E-409E-BC50-A1F80FEFCAB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141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F501B-B898-B0F3-C957-D06E281B4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641EA3-0484-8604-C33F-EC55423ED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D5A0A-FD11-3E6B-6607-048F00A3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DEE36-CE87-A1FA-E62D-60DBD155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A708-F4C8-AD22-091C-80932563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E78D94-2724-294E-A4A7-7097AC7488B9}"/>
              </a:ext>
            </a:extLst>
          </p:cNvPr>
          <p:cNvGrpSpPr/>
          <p:nvPr userDrawn="1"/>
        </p:nvGrpSpPr>
        <p:grpSpPr>
          <a:xfrm>
            <a:off x="10222173" y="6419572"/>
            <a:ext cx="1589814" cy="208760"/>
            <a:chOff x="10222173" y="6419572"/>
            <a:chExt cx="1589814" cy="208760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6D03AE3-55BC-3347-6460-49EDE4C87281}"/>
                </a:ext>
              </a:extLst>
            </p:cNvPr>
            <p:cNvSpPr/>
            <p:nvPr/>
          </p:nvSpPr>
          <p:spPr>
            <a:xfrm>
              <a:off x="10222173" y="6419572"/>
              <a:ext cx="568994" cy="208760"/>
            </a:xfrm>
            <a:custGeom>
              <a:avLst/>
              <a:gdLst>
                <a:gd name="connsiteX0" fmla="*/ 64262 w 632805"/>
                <a:gd name="connsiteY0" fmla="*/ 48220 h 232171"/>
                <a:gd name="connsiteX1" fmla="*/ 64262 w 632805"/>
                <a:gd name="connsiteY1" fmla="*/ 64294 h 232171"/>
                <a:gd name="connsiteX2" fmla="*/ 64262 w 632805"/>
                <a:gd name="connsiteY2" fmla="*/ 65187 h 232171"/>
                <a:gd name="connsiteX3" fmla="*/ 64262 w 632805"/>
                <a:gd name="connsiteY3" fmla="*/ 65187 h 232171"/>
                <a:gd name="connsiteX4" fmla="*/ 65155 w 632805"/>
                <a:gd name="connsiteY4" fmla="*/ 63401 h 232171"/>
                <a:gd name="connsiteX5" fmla="*/ 108889 w 632805"/>
                <a:gd name="connsiteY5" fmla="*/ 45541 h 232171"/>
                <a:gd name="connsiteX6" fmla="*/ 149053 w 632805"/>
                <a:gd name="connsiteY6" fmla="*/ 78581 h 232171"/>
                <a:gd name="connsiteX7" fmla="*/ 149053 w 632805"/>
                <a:gd name="connsiteY7" fmla="*/ 168771 h 232171"/>
                <a:gd name="connsiteX8" fmla="*/ 149053 w 632805"/>
                <a:gd name="connsiteY8" fmla="*/ 168771 h 232171"/>
                <a:gd name="connsiteX9" fmla="*/ 149053 w 632805"/>
                <a:gd name="connsiteY9" fmla="*/ 191095 h 232171"/>
                <a:gd name="connsiteX10" fmla="*/ 128525 w 632805"/>
                <a:gd name="connsiteY10" fmla="*/ 191095 h 232171"/>
                <a:gd name="connsiteX11" fmla="*/ 128525 w 632805"/>
                <a:gd name="connsiteY11" fmla="*/ 164306 h 232171"/>
                <a:gd name="connsiteX12" fmla="*/ 128525 w 632805"/>
                <a:gd name="connsiteY12" fmla="*/ 87511 h 232171"/>
                <a:gd name="connsiteX13" fmla="*/ 97286 w 632805"/>
                <a:gd name="connsiteY13" fmla="*/ 59829 h 232171"/>
                <a:gd name="connsiteX14" fmla="*/ 64262 w 632805"/>
                <a:gd name="connsiteY14" fmla="*/ 85725 h 232171"/>
                <a:gd name="connsiteX15" fmla="*/ 64262 w 632805"/>
                <a:gd name="connsiteY15" fmla="*/ 167878 h 232171"/>
                <a:gd name="connsiteX16" fmla="*/ 64262 w 632805"/>
                <a:gd name="connsiteY16" fmla="*/ 168771 h 232171"/>
                <a:gd name="connsiteX17" fmla="*/ 64262 w 632805"/>
                <a:gd name="connsiteY17" fmla="*/ 191095 h 232171"/>
                <a:gd name="connsiteX18" fmla="*/ 43734 w 632805"/>
                <a:gd name="connsiteY18" fmla="*/ 191095 h 232171"/>
                <a:gd name="connsiteX19" fmla="*/ 43734 w 632805"/>
                <a:gd name="connsiteY19" fmla="*/ 167878 h 232171"/>
                <a:gd name="connsiteX20" fmla="*/ 43734 w 632805"/>
                <a:gd name="connsiteY20" fmla="*/ 65187 h 232171"/>
                <a:gd name="connsiteX21" fmla="*/ 43734 w 632805"/>
                <a:gd name="connsiteY21" fmla="*/ 46434 h 232171"/>
                <a:gd name="connsiteX22" fmla="*/ 47304 w 632805"/>
                <a:gd name="connsiteY22" fmla="*/ 46434 h 232171"/>
                <a:gd name="connsiteX23" fmla="*/ 58015 w 632805"/>
                <a:gd name="connsiteY23" fmla="*/ 46434 h 232171"/>
                <a:gd name="connsiteX24" fmla="*/ 64262 w 632805"/>
                <a:gd name="connsiteY24" fmla="*/ 46434 h 232171"/>
                <a:gd name="connsiteX25" fmla="*/ 339163 w 632805"/>
                <a:gd name="connsiteY25" fmla="*/ 164306 h 232171"/>
                <a:gd name="connsiteX26" fmla="*/ 382004 w 632805"/>
                <a:gd name="connsiteY26" fmla="*/ 183952 h 232171"/>
                <a:gd name="connsiteX27" fmla="*/ 413243 w 632805"/>
                <a:gd name="connsiteY27" fmla="*/ 160734 h 232171"/>
                <a:gd name="connsiteX28" fmla="*/ 381112 w 632805"/>
                <a:gd name="connsiteY28" fmla="*/ 131266 h 232171"/>
                <a:gd name="connsiteX29" fmla="*/ 343625 w 632805"/>
                <a:gd name="connsiteY29" fmla="*/ 107156 h 232171"/>
                <a:gd name="connsiteX30" fmla="*/ 344518 w 632805"/>
                <a:gd name="connsiteY30" fmla="*/ 121444 h 232171"/>
                <a:gd name="connsiteX31" fmla="*/ 276685 w 632805"/>
                <a:gd name="connsiteY31" fmla="*/ 197346 h 232171"/>
                <a:gd name="connsiteX32" fmla="*/ 208853 w 632805"/>
                <a:gd name="connsiteY32" fmla="*/ 121444 h 232171"/>
                <a:gd name="connsiteX33" fmla="*/ 237414 w 632805"/>
                <a:gd name="connsiteY33" fmla="*/ 59829 h 232171"/>
                <a:gd name="connsiteX34" fmla="*/ 191002 w 632805"/>
                <a:gd name="connsiteY34" fmla="*/ 59829 h 232171"/>
                <a:gd name="connsiteX35" fmla="*/ 191002 w 632805"/>
                <a:gd name="connsiteY35" fmla="*/ 168771 h 232171"/>
                <a:gd name="connsiteX36" fmla="*/ 191002 w 632805"/>
                <a:gd name="connsiteY36" fmla="*/ 168771 h 232171"/>
                <a:gd name="connsiteX37" fmla="*/ 191002 w 632805"/>
                <a:gd name="connsiteY37" fmla="*/ 191095 h 232171"/>
                <a:gd name="connsiteX38" fmla="*/ 170474 w 632805"/>
                <a:gd name="connsiteY38" fmla="*/ 191095 h 232171"/>
                <a:gd name="connsiteX39" fmla="*/ 170474 w 632805"/>
                <a:gd name="connsiteY39" fmla="*/ 169664 h 232171"/>
                <a:gd name="connsiteX40" fmla="*/ 170474 w 632805"/>
                <a:gd name="connsiteY40" fmla="*/ 168771 h 232171"/>
                <a:gd name="connsiteX41" fmla="*/ 170474 w 632805"/>
                <a:gd name="connsiteY41" fmla="*/ 59829 h 232171"/>
                <a:gd name="connsiteX42" fmla="*/ 152623 w 632805"/>
                <a:gd name="connsiteY42" fmla="*/ 59829 h 232171"/>
                <a:gd name="connsiteX43" fmla="*/ 152623 w 632805"/>
                <a:gd name="connsiteY43" fmla="*/ 46434 h 232171"/>
                <a:gd name="connsiteX44" fmla="*/ 171366 w 632805"/>
                <a:gd name="connsiteY44" fmla="*/ 46434 h 232171"/>
                <a:gd name="connsiteX45" fmla="*/ 214208 w 632805"/>
                <a:gd name="connsiteY45" fmla="*/ 2679 h 232171"/>
                <a:gd name="connsiteX46" fmla="*/ 242769 w 632805"/>
                <a:gd name="connsiteY46" fmla="*/ 6251 h 232171"/>
                <a:gd name="connsiteX47" fmla="*/ 242769 w 632805"/>
                <a:gd name="connsiteY47" fmla="*/ 25003 h 232171"/>
                <a:gd name="connsiteX48" fmla="*/ 242769 w 632805"/>
                <a:gd name="connsiteY48" fmla="*/ 27682 h 232171"/>
                <a:gd name="connsiteX49" fmla="*/ 241876 w 632805"/>
                <a:gd name="connsiteY49" fmla="*/ 27682 h 232171"/>
                <a:gd name="connsiteX50" fmla="*/ 209745 w 632805"/>
                <a:gd name="connsiteY50" fmla="*/ 16073 h 232171"/>
                <a:gd name="connsiteX51" fmla="*/ 190110 w 632805"/>
                <a:gd name="connsiteY51" fmla="*/ 46434 h 232171"/>
                <a:gd name="connsiteX52" fmla="*/ 266867 w 632805"/>
                <a:gd name="connsiteY52" fmla="*/ 46434 h 232171"/>
                <a:gd name="connsiteX53" fmla="*/ 276685 w 632805"/>
                <a:gd name="connsiteY53" fmla="*/ 45541 h 232171"/>
                <a:gd name="connsiteX54" fmla="*/ 338270 w 632805"/>
                <a:gd name="connsiteY54" fmla="*/ 89297 h 232171"/>
                <a:gd name="connsiteX55" fmla="*/ 338270 w 632805"/>
                <a:gd name="connsiteY55" fmla="*/ 84832 h 232171"/>
                <a:gd name="connsiteX56" fmla="*/ 391822 w 632805"/>
                <a:gd name="connsiteY56" fmla="*/ 46434 h 232171"/>
                <a:gd name="connsiteX57" fmla="*/ 394500 w 632805"/>
                <a:gd name="connsiteY57" fmla="*/ 46434 h 232171"/>
                <a:gd name="connsiteX58" fmla="*/ 425738 w 632805"/>
                <a:gd name="connsiteY58" fmla="*/ 51792 h 232171"/>
                <a:gd name="connsiteX59" fmla="*/ 432878 w 632805"/>
                <a:gd name="connsiteY59" fmla="*/ 70545 h 232171"/>
                <a:gd name="connsiteX60" fmla="*/ 441804 w 632805"/>
                <a:gd name="connsiteY60" fmla="*/ 91976 h 232171"/>
                <a:gd name="connsiteX61" fmla="*/ 465010 w 632805"/>
                <a:gd name="connsiteY61" fmla="*/ 148233 h 232171"/>
                <a:gd name="connsiteX62" fmla="*/ 467687 w 632805"/>
                <a:gd name="connsiteY62" fmla="*/ 157163 h 232171"/>
                <a:gd name="connsiteX63" fmla="*/ 470365 w 632805"/>
                <a:gd name="connsiteY63" fmla="*/ 148233 h 232171"/>
                <a:gd name="connsiteX64" fmla="*/ 499818 w 632805"/>
                <a:gd name="connsiteY64" fmla="*/ 75902 h 232171"/>
                <a:gd name="connsiteX65" fmla="*/ 549800 w 632805"/>
                <a:gd name="connsiteY65" fmla="*/ 47327 h 232171"/>
                <a:gd name="connsiteX66" fmla="*/ 580146 w 632805"/>
                <a:gd name="connsiteY66" fmla="*/ 52685 h 232171"/>
                <a:gd name="connsiteX67" fmla="*/ 580146 w 632805"/>
                <a:gd name="connsiteY67" fmla="*/ 74116 h 232171"/>
                <a:gd name="connsiteX68" fmla="*/ 543553 w 632805"/>
                <a:gd name="connsiteY68" fmla="*/ 59829 h 232171"/>
                <a:gd name="connsiteX69" fmla="*/ 515884 w 632805"/>
                <a:gd name="connsiteY69" fmla="*/ 83939 h 232171"/>
                <a:gd name="connsiteX70" fmla="*/ 548908 w 632805"/>
                <a:gd name="connsiteY70" fmla="*/ 112514 h 232171"/>
                <a:gd name="connsiteX71" fmla="*/ 588179 w 632805"/>
                <a:gd name="connsiteY71" fmla="*/ 153591 h 232171"/>
                <a:gd name="connsiteX72" fmla="*/ 532842 w 632805"/>
                <a:gd name="connsiteY72" fmla="*/ 198239 h 232171"/>
                <a:gd name="connsiteX73" fmla="*/ 493571 w 632805"/>
                <a:gd name="connsiteY73" fmla="*/ 187523 h 232171"/>
                <a:gd name="connsiteX74" fmla="*/ 493571 w 632805"/>
                <a:gd name="connsiteY74" fmla="*/ 162520 h 232171"/>
                <a:gd name="connsiteX75" fmla="*/ 494463 w 632805"/>
                <a:gd name="connsiteY75" fmla="*/ 163413 h 232171"/>
                <a:gd name="connsiteX76" fmla="*/ 539090 w 632805"/>
                <a:gd name="connsiteY76" fmla="*/ 183952 h 232171"/>
                <a:gd name="connsiteX77" fmla="*/ 570329 w 632805"/>
                <a:gd name="connsiteY77" fmla="*/ 160734 h 232171"/>
                <a:gd name="connsiteX78" fmla="*/ 538197 w 632805"/>
                <a:gd name="connsiteY78" fmla="*/ 131266 h 232171"/>
                <a:gd name="connsiteX79" fmla="*/ 500711 w 632805"/>
                <a:gd name="connsiteY79" fmla="*/ 102691 h 232171"/>
                <a:gd name="connsiteX80" fmla="*/ 447159 w 632805"/>
                <a:gd name="connsiteY80" fmla="*/ 232172 h 232171"/>
                <a:gd name="connsiteX81" fmla="*/ 427523 w 632805"/>
                <a:gd name="connsiteY81" fmla="*/ 232172 h 232171"/>
                <a:gd name="connsiteX82" fmla="*/ 431986 w 632805"/>
                <a:gd name="connsiteY82" fmla="*/ 223242 h 232171"/>
                <a:gd name="connsiteX83" fmla="*/ 436449 w 632805"/>
                <a:gd name="connsiteY83" fmla="*/ 215206 h 232171"/>
                <a:gd name="connsiteX84" fmla="*/ 436449 w 632805"/>
                <a:gd name="connsiteY84" fmla="*/ 215206 h 232171"/>
                <a:gd name="connsiteX85" fmla="*/ 455192 w 632805"/>
                <a:gd name="connsiteY85" fmla="*/ 175022 h 232171"/>
                <a:gd name="connsiteX86" fmla="*/ 416813 w 632805"/>
                <a:gd name="connsiteY86" fmla="*/ 82153 h 232171"/>
                <a:gd name="connsiteX87" fmla="*/ 415028 w 632805"/>
                <a:gd name="connsiteY87" fmla="*/ 76795 h 232171"/>
                <a:gd name="connsiteX88" fmla="*/ 400747 w 632805"/>
                <a:gd name="connsiteY88" fmla="*/ 60722 h 232171"/>
                <a:gd name="connsiteX89" fmla="*/ 385574 w 632805"/>
                <a:gd name="connsiteY89" fmla="*/ 58043 h 232171"/>
                <a:gd name="connsiteX90" fmla="*/ 357013 w 632805"/>
                <a:gd name="connsiteY90" fmla="*/ 82153 h 232171"/>
                <a:gd name="connsiteX91" fmla="*/ 390929 w 632805"/>
                <a:gd name="connsiteY91" fmla="*/ 110728 h 232171"/>
                <a:gd name="connsiteX92" fmla="*/ 430201 w 632805"/>
                <a:gd name="connsiteY92" fmla="*/ 151805 h 232171"/>
                <a:gd name="connsiteX93" fmla="*/ 374864 w 632805"/>
                <a:gd name="connsiteY93" fmla="*/ 196453 h 232171"/>
                <a:gd name="connsiteX94" fmla="*/ 338270 w 632805"/>
                <a:gd name="connsiteY94" fmla="*/ 187523 h 232171"/>
                <a:gd name="connsiteX95" fmla="*/ 338270 w 632805"/>
                <a:gd name="connsiteY95" fmla="*/ 164306 h 232171"/>
                <a:gd name="connsiteX96" fmla="*/ 434664 w 632805"/>
                <a:gd name="connsiteY96" fmla="*/ 70545 h 232171"/>
                <a:gd name="connsiteX97" fmla="*/ 435556 w 632805"/>
                <a:gd name="connsiteY97" fmla="*/ 73223 h 232171"/>
                <a:gd name="connsiteX98" fmla="*/ 443589 w 632805"/>
                <a:gd name="connsiteY98" fmla="*/ 91976 h 232171"/>
                <a:gd name="connsiteX99" fmla="*/ 434664 w 632805"/>
                <a:gd name="connsiteY99" fmla="*/ 70545 h 232171"/>
                <a:gd name="connsiteX100" fmla="*/ 432878 w 632805"/>
                <a:gd name="connsiteY100" fmla="*/ 224135 h 232171"/>
                <a:gd name="connsiteX101" fmla="*/ 437341 w 632805"/>
                <a:gd name="connsiteY101" fmla="*/ 216098 h 232171"/>
                <a:gd name="connsiteX102" fmla="*/ 432878 w 632805"/>
                <a:gd name="connsiteY102" fmla="*/ 224135 h 232171"/>
                <a:gd name="connsiteX103" fmla="*/ 417705 w 632805"/>
                <a:gd name="connsiteY103" fmla="*/ 82153 h 232171"/>
                <a:gd name="connsiteX104" fmla="*/ 416813 w 632805"/>
                <a:gd name="connsiteY104" fmla="*/ 80367 h 232171"/>
                <a:gd name="connsiteX105" fmla="*/ 417705 w 632805"/>
                <a:gd name="connsiteY105" fmla="*/ 82153 h 232171"/>
                <a:gd name="connsiteX106" fmla="*/ 230274 w 632805"/>
                <a:gd name="connsiteY106" fmla="*/ 123230 h 232171"/>
                <a:gd name="connsiteX107" fmla="*/ 277578 w 632805"/>
                <a:gd name="connsiteY107" fmla="*/ 183952 h 232171"/>
                <a:gd name="connsiteX108" fmla="*/ 323097 w 632805"/>
                <a:gd name="connsiteY108" fmla="*/ 121444 h 232171"/>
                <a:gd name="connsiteX109" fmla="*/ 275793 w 632805"/>
                <a:gd name="connsiteY109" fmla="*/ 60722 h 232171"/>
                <a:gd name="connsiteX110" fmla="*/ 230274 w 632805"/>
                <a:gd name="connsiteY110" fmla="*/ 123230 h 232171"/>
                <a:gd name="connsiteX111" fmla="*/ 0 w 632805"/>
                <a:gd name="connsiteY111" fmla="*/ 26789 h 232171"/>
                <a:gd name="connsiteX112" fmla="*/ 0 w 632805"/>
                <a:gd name="connsiteY112" fmla="*/ 26789 h 232171"/>
                <a:gd name="connsiteX113" fmla="*/ 0 w 632805"/>
                <a:gd name="connsiteY113" fmla="*/ 3572 h 232171"/>
                <a:gd name="connsiteX114" fmla="*/ 22313 w 632805"/>
                <a:gd name="connsiteY114" fmla="*/ 3572 h 232171"/>
                <a:gd name="connsiteX115" fmla="*/ 22313 w 632805"/>
                <a:gd name="connsiteY115" fmla="*/ 25896 h 232171"/>
                <a:gd name="connsiteX116" fmla="*/ 22313 w 632805"/>
                <a:gd name="connsiteY116" fmla="*/ 25896 h 232171"/>
                <a:gd name="connsiteX117" fmla="*/ 22313 w 632805"/>
                <a:gd name="connsiteY117" fmla="*/ 168771 h 232171"/>
                <a:gd name="connsiteX118" fmla="*/ 22313 w 632805"/>
                <a:gd name="connsiteY118" fmla="*/ 169664 h 232171"/>
                <a:gd name="connsiteX119" fmla="*/ 22313 w 632805"/>
                <a:gd name="connsiteY119" fmla="*/ 191988 h 232171"/>
                <a:gd name="connsiteX120" fmla="*/ 0 w 632805"/>
                <a:gd name="connsiteY120" fmla="*/ 191988 h 232171"/>
                <a:gd name="connsiteX121" fmla="*/ 0 w 632805"/>
                <a:gd name="connsiteY121" fmla="*/ 169664 h 232171"/>
                <a:gd name="connsiteX122" fmla="*/ 0 w 632805"/>
                <a:gd name="connsiteY122" fmla="*/ 169664 h 232171"/>
                <a:gd name="connsiteX123" fmla="*/ 0 w 632805"/>
                <a:gd name="connsiteY123" fmla="*/ 26789 h 232171"/>
                <a:gd name="connsiteX124" fmla="*/ 610493 w 632805"/>
                <a:gd name="connsiteY124" fmla="*/ 10716 h 232171"/>
                <a:gd name="connsiteX125" fmla="*/ 614955 w 632805"/>
                <a:gd name="connsiteY125" fmla="*/ 10716 h 232171"/>
                <a:gd name="connsiteX126" fmla="*/ 618525 w 632805"/>
                <a:gd name="connsiteY126" fmla="*/ 13395 h 232171"/>
                <a:gd name="connsiteX127" fmla="*/ 615848 w 632805"/>
                <a:gd name="connsiteY127" fmla="*/ 16073 h 232171"/>
                <a:gd name="connsiteX128" fmla="*/ 611385 w 632805"/>
                <a:gd name="connsiteY128" fmla="*/ 16073 h 232171"/>
                <a:gd name="connsiteX129" fmla="*/ 611385 w 632805"/>
                <a:gd name="connsiteY129" fmla="*/ 10716 h 232171"/>
                <a:gd name="connsiteX130" fmla="*/ 606922 w 632805"/>
                <a:gd name="connsiteY130" fmla="*/ 27682 h 232171"/>
                <a:gd name="connsiteX131" fmla="*/ 610493 w 632805"/>
                <a:gd name="connsiteY131" fmla="*/ 27682 h 232171"/>
                <a:gd name="connsiteX132" fmla="*/ 610493 w 632805"/>
                <a:gd name="connsiteY132" fmla="*/ 19645 h 232171"/>
                <a:gd name="connsiteX133" fmla="*/ 614955 w 632805"/>
                <a:gd name="connsiteY133" fmla="*/ 19645 h 232171"/>
                <a:gd name="connsiteX134" fmla="*/ 618525 w 632805"/>
                <a:gd name="connsiteY134" fmla="*/ 27682 h 232171"/>
                <a:gd name="connsiteX135" fmla="*/ 622988 w 632805"/>
                <a:gd name="connsiteY135" fmla="*/ 27682 h 232171"/>
                <a:gd name="connsiteX136" fmla="*/ 619418 w 632805"/>
                <a:gd name="connsiteY136" fmla="*/ 18752 h 232171"/>
                <a:gd name="connsiteX137" fmla="*/ 622988 w 632805"/>
                <a:gd name="connsiteY137" fmla="*/ 13395 h 232171"/>
                <a:gd name="connsiteX138" fmla="*/ 614955 w 632805"/>
                <a:gd name="connsiteY138" fmla="*/ 7144 h 232171"/>
                <a:gd name="connsiteX139" fmla="*/ 607815 w 632805"/>
                <a:gd name="connsiteY139" fmla="*/ 7144 h 232171"/>
                <a:gd name="connsiteX140" fmla="*/ 607815 w 632805"/>
                <a:gd name="connsiteY140" fmla="*/ 27682 h 232171"/>
                <a:gd name="connsiteX141" fmla="*/ 597105 w 632805"/>
                <a:gd name="connsiteY141" fmla="*/ 17859 h 232171"/>
                <a:gd name="connsiteX142" fmla="*/ 613170 w 632805"/>
                <a:gd name="connsiteY142" fmla="*/ 1786 h 232171"/>
                <a:gd name="connsiteX143" fmla="*/ 629236 w 632805"/>
                <a:gd name="connsiteY143" fmla="*/ 17859 h 232171"/>
                <a:gd name="connsiteX144" fmla="*/ 613170 w 632805"/>
                <a:gd name="connsiteY144" fmla="*/ 33933 h 232171"/>
                <a:gd name="connsiteX145" fmla="*/ 597105 w 632805"/>
                <a:gd name="connsiteY145" fmla="*/ 17859 h 232171"/>
                <a:gd name="connsiteX146" fmla="*/ 614063 w 632805"/>
                <a:gd name="connsiteY146" fmla="*/ 37505 h 232171"/>
                <a:gd name="connsiteX147" fmla="*/ 632806 w 632805"/>
                <a:gd name="connsiteY147" fmla="*/ 18752 h 232171"/>
                <a:gd name="connsiteX148" fmla="*/ 614063 w 632805"/>
                <a:gd name="connsiteY148" fmla="*/ 0 h 232171"/>
                <a:gd name="connsiteX149" fmla="*/ 595319 w 632805"/>
                <a:gd name="connsiteY149" fmla="*/ 18752 h 232171"/>
                <a:gd name="connsiteX150" fmla="*/ 614063 w 632805"/>
                <a:gd name="connsiteY150" fmla="*/ 37505 h 23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632805" h="232171">
                  <a:moveTo>
                    <a:pt x="64262" y="48220"/>
                  </a:moveTo>
                  <a:lnTo>
                    <a:pt x="64262" y="64294"/>
                  </a:lnTo>
                  <a:lnTo>
                    <a:pt x="64262" y="65187"/>
                  </a:lnTo>
                  <a:lnTo>
                    <a:pt x="64262" y="65187"/>
                  </a:lnTo>
                  <a:cubicBezTo>
                    <a:pt x="64262" y="64294"/>
                    <a:pt x="65155" y="64294"/>
                    <a:pt x="65155" y="63401"/>
                  </a:cubicBezTo>
                  <a:cubicBezTo>
                    <a:pt x="73188" y="54471"/>
                    <a:pt x="83898" y="45541"/>
                    <a:pt x="108889" y="45541"/>
                  </a:cubicBezTo>
                  <a:cubicBezTo>
                    <a:pt x="132987" y="45541"/>
                    <a:pt x="148161" y="66080"/>
                    <a:pt x="149053" y="78581"/>
                  </a:cubicBezTo>
                  <a:lnTo>
                    <a:pt x="149053" y="168771"/>
                  </a:lnTo>
                  <a:lnTo>
                    <a:pt x="149053" y="168771"/>
                  </a:lnTo>
                  <a:lnTo>
                    <a:pt x="149053" y="191095"/>
                  </a:lnTo>
                  <a:lnTo>
                    <a:pt x="128525" y="191095"/>
                  </a:lnTo>
                  <a:lnTo>
                    <a:pt x="128525" y="164306"/>
                  </a:lnTo>
                  <a:lnTo>
                    <a:pt x="128525" y="87511"/>
                  </a:lnTo>
                  <a:cubicBezTo>
                    <a:pt x="128525" y="71438"/>
                    <a:pt x="114244" y="59829"/>
                    <a:pt x="97286" y="59829"/>
                  </a:cubicBezTo>
                  <a:cubicBezTo>
                    <a:pt x="83006" y="59829"/>
                    <a:pt x="65155" y="72331"/>
                    <a:pt x="64262" y="85725"/>
                  </a:cubicBezTo>
                  <a:lnTo>
                    <a:pt x="64262" y="167878"/>
                  </a:lnTo>
                  <a:lnTo>
                    <a:pt x="64262" y="168771"/>
                  </a:lnTo>
                  <a:lnTo>
                    <a:pt x="64262" y="191095"/>
                  </a:lnTo>
                  <a:lnTo>
                    <a:pt x="43734" y="191095"/>
                  </a:lnTo>
                  <a:lnTo>
                    <a:pt x="43734" y="167878"/>
                  </a:lnTo>
                  <a:lnTo>
                    <a:pt x="43734" y="65187"/>
                  </a:lnTo>
                  <a:lnTo>
                    <a:pt x="43734" y="46434"/>
                  </a:lnTo>
                  <a:lnTo>
                    <a:pt x="47304" y="46434"/>
                  </a:lnTo>
                  <a:lnTo>
                    <a:pt x="58015" y="46434"/>
                  </a:lnTo>
                  <a:lnTo>
                    <a:pt x="64262" y="46434"/>
                  </a:lnTo>
                  <a:close/>
                  <a:moveTo>
                    <a:pt x="339163" y="164306"/>
                  </a:moveTo>
                  <a:cubicBezTo>
                    <a:pt x="353443" y="176808"/>
                    <a:pt x="365939" y="183952"/>
                    <a:pt x="382004" y="183952"/>
                  </a:cubicBezTo>
                  <a:cubicBezTo>
                    <a:pt x="398070" y="183952"/>
                    <a:pt x="413243" y="175915"/>
                    <a:pt x="413243" y="160734"/>
                  </a:cubicBezTo>
                  <a:cubicBezTo>
                    <a:pt x="413243" y="147340"/>
                    <a:pt x="401640" y="140196"/>
                    <a:pt x="381112" y="131266"/>
                  </a:cubicBezTo>
                  <a:cubicBezTo>
                    <a:pt x="364153" y="124123"/>
                    <a:pt x="350765" y="118765"/>
                    <a:pt x="343625" y="107156"/>
                  </a:cubicBezTo>
                  <a:cubicBezTo>
                    <a:pt x="344518" y="111621"/>
                    <a:pt x="344518" y="116979"/>
                    <a:pt x="344518" y="121444"/>
                  </a:cubicBezTo>
                  <a:cubicBezTo>
                    <a:pt x="344518" y="163413"/>
                    <a:pt x="314172" y="197346"/>
                    <a:pt x="276685" y="197346"/>
                  </a:cubicBezTo>
                  <a:cubicBezTo>
                    <a:pt x="239199" y="197346"/>
                    <a:pt x="208853" y="163413"/>
                    <a:pt x="208853" y="121444"/>
                  </a:cubicBezTo>
                  <a:cubicBezTo>
                    <a:pt x="208853" y="96441"/>
                    <a:pt x="219563" y="73223"/>
                    <a:pt x="237414" y="59829"/>
                  </a:cubicBezTo>
                  <a:lnTo>
                    <a:pt x="191002" y="59829"/>
                  </a:lnTo>
                  <a:lnTo>
                    <a:pt x="191002" y="168771"/>
                  </a:lnTo>
                  <a:lnTo>
                    <a:pt x="191002" y="168771"/>
                  </a:lnTo>
                  <a:lnTo>
                    <a:pt x="191002" y="191095"/>
                  </a:lnTo>
                  <a:lnTo>
                    <a:pt x="170474" y="191095"/>
                  </a:lnTo>
                  <a:lnTo>
                    <a:pt x="170474" y="169664"/>
                  </a:lnTo>
                  <a:cubicBezTo>
                    <a:pt x="170474" y="169664"/>
                    <a:pt x="170474" y="168771"/>
                    <a:pt x="170474" y="168771"/>
                  </a:cubicBezTo>
                  <a:lnTo>
                    <a:pt x="170474" y="59829"/>
                  </a:lnTo>
                  <a:lnTo>
                    <a:pt x="152623" y="59829"/>
                  </a:lnTo>
                  <a:lnTo>
                    <a:pt x="152623" y="46434"/>
                  </a:lnTo>
                  <a:lnTo>
                    <a:pt x="171366" y="46434"/>
                  </a:lnTo>
                  <a:cubicBezTo>
                    <a:pt x="174044" y="18752"/>
                    <a:pt x="191002" y="2679"/>
                    <a:pt x="214208" y="2679"/>
                  </a:cubicBezTo>
                  <a:cubicBezTo>
                    <a:pt x="229381" y="2679"/>
                    <a:pt x="238306" y="4465"/>
                    <a:pt x="242769" y="6251"/>
                  </a:cubicBezTo>
                  <a:lnTo>
                    <a:pt x="242769" y="25003"/>
                  </a:lnTo>
                  <a:cubicBezTo>
                    <a:pt x="242769" y="26789"/>
                    <a:pt x="242769" y="27682"/>
                    <a:pt x="242769" y="27682"/>
                  </a:cubicBezTo>
                  <a:cubicBezTo>
                    <a:pt x="242769" y="27682"/>
                    <a:pt x="241876" y="27682"/>
                    <a:pt x="241876" y="27682"/>
                  </a:cubicBezTo>
                  <a:cubicBezTo>
                    <a:pt x="234736" y="20538"/>
                    <a:pt x="227596" y="16073"/>
                    <a:pt x="209745" y="16073"/>
                  </a:cubicBezTo>
                  <a:cubicBezTo>
                    <a:pt x="196357" y="16073"/>
                    <a:pt x="187432" y="26789"/>
                    <a:pt x="190110" y="46434"/>
                  </a:cubicBezTo>
                  <a:lnTo>
                    <a:pt x="266867" y="46434"/>
                  </a:lnTo>
                  <a:cubicBezTo>
                    <a:pt x="270438" y="45541"/>
                    <a:pt x="273115" y="45541"/>
                    <a:pt x="276685" y="45541"/>
                  </a:cubicBezTo>
                  <a:cubicBezTo>
                    <a:pt x="304354" y="45541"/>
                    <a:pt x="327560" y="63401"/>
                    <a:pt x="338270" y="89297"/>
                  </a:cubicBezTo>
                  <a:cubicBezTo>
                    <a:pt x="338270" y="87511"/>
                    <a:pt x="338270" y="86618"/>
                    <a:pt x="338270" y="84832"/>
                  </a:cubicBezTo>
                  <a:cubicBezTo>
                    <a:pt x="338270" y="58043"/>
                    <a:pt x="364153" y="46434"/>
                    <a:pt x="391822" y="46434"/>
                  </a:cubicBezTo>
                  <a:cubicBezTo>
                    <a:pt x="392715" y="46434"/>
                    <a:pt x="393607" y="46434"/>
                    <a:pt x="394500" y="46434"/>
                  </a:cubicBezTo>
                  <a:cubicBezTo>
                    <a:pt x="404317" y="46434"/>
                    <a:pt x="417705" y="49113"/>
                    <a:pt x="425738" y="51792"/>
                  </a:cubicBezTo>
                  <a:lnTo>
                    <a:pt x="432878" y="70545"/>
                  </a:lnTo>
                  <a:lnTo>
                    <a:pt x="441804" y="91976"/>
                  </a:lnTo>
                  <a:lnTo>
                    <a:pt x="465010" y="148233"/>
                  </a:lnTo>
                  <a:lnTo>
                    <a:pt x="467687" y="157163"/>
                  </a:lnTo>
                  <a:lnTo>
                    <a:pt x="470365" y="148233"/>
                  </a:lnTo>
                  <a:lnTo>
                    <a:pt x="499818" y="75902"/>
                  </a:lnTo>
                  <a:cubicBezTo>
                    <a:pt x="505174" y="56257"/>
                    <a:pt x="526594" y="47327"/>
                    <a:pt x="549800" y="47327"/>
                  </a:cubicBezTo>
                  <a:cubicBezTo>
                    <a:pt x="561403" y="47327"/>
                    <a:pt x="570329" y="49113"/>
                    <a:pt x="580146" y="52685"/>
                  </a:cubicBezTo>
                  <a:lnTo>
                    <a:pt x="580146" y="74116"/>
                  </a:lnTo>
                  <a:cubicBezTo>
                    <a:pt x="567651" y="65187"/>
                    <a:pt x="557833" y="59829"/>
                    <a:pt x="543553" y="59829"/>
                  </a:cubicBezTo>
                  <a:cubicBezTo>
                    <a:pt x="531057" y="59829"/>
                    <a:pt x="515884" y="65187"/>
                    <a:pt x="515884" y="83939"/>
                  </a:cubicBezTo>
                  <a:cubicBezTo>
                    <a:pt x="515884" y="98227"/>
                    <a:pt x="523917" y="100905"/>
                    <a:pt x="548908" y="112514"/>
                  </a:cubicBezTo>
                  <a:cubicBezTo>
                    <a:pt x="569436" y="121444"/>
                    <a:pt x="588179" y="131266"/>
                    <a:pt x="588179" y="153591"/>
                  </a:cubicBezTo>
                  <a:cubicBezTo>
                    <a:pt x="588179" y="191095"/>
                    <a:pt x="550693" y="197346"/>
                    <a:pt x="532842" y="198239"/>
                  </a:cubicBezTo>
                  <a:cubicBezTo>
                    <a:pt x="516777" y="198239"/>
                    <a:pt x="501604" y="194667"/>
                    <a:pt x="493571" y="187523"/>
                  </a:cubicBezTo>
                  <a:lnTo>
                    <a:pt x="493571" y="162520"/>
                  </a:lnTo>
                  <a:lnTo>
                    <a:pt x="494463" y="163413"/>
                  </a:lnTo>
                  <a:cubicBezTo>
                    <a:pt x="508744" y="176808"/>
                    <a:pt x="522132" y="183952"/>
                    <a:pt x="539090" y="183952"/>
                  </a:cubicBezTo>
                  <a:cubicBezTo>
                    <a:pt x="556048" y="183952"/>
                    <a:pt x="570329" y="175915"/>
                    <a:pt x="570329" y="160734"/>
                  </a:cubicBezTo>
                  <a:cubicBezTo>
                    <a:pt x="570329" y="147340"/>
                    <a:pt x="558726" y="140196"/>
                    <a:pt x="538197" y="131266"/>
                  </a:cubicBezTo>
                  <a:cubicBezTo>
                    <a:pt x="518562" y="122337"/>
                    <a:pt x="506066" y="116979"/>
                    <a:pt x="500711" y="102691"/>
                  </a:cubicBezTo>
                  <a:cubicBezTo>
                    <a:pt x="492678" y="122337"/>
                    <a:pt x="455192" y="212527"/>
                    <a:pt x="447159" y="232172"/>
                  </a:cubicBezTo>
                  <a:lnTo>
                    <a:pt x="427523" y="232172"/>
                  </a:lnTo>
                  <a:lnTo>
                    <a:pt x="431986" y="223242"/>
                  </a:lnTo>
                  <a:lnTo>
                    <a:pt x="436449" y="215206"/>
                  </a:lnTo>
                  <a:lnTo>
                    <a:pt x="436449" y="215206"/>
                  </a:lnTo>
                  <a:cubicBezTo>
                    <a:pt x="441804" y="205383"/>
                    <a:pt x="448944" y="190202"/>
                    <a:pt x="455192" y="175022"/>
                  </a:cubicBezTo>
                  <a:lnTo>
                    <a:pt x="416813" y="82153"/>
                  </a:lnTo>
                  <a:cubicBezTo>
                    <a:pt x="416813" y="81260"/>
                    <a:pt x="415920" y="80367"/>
                    <a:pt x="415028" y="76795"/>
                  </a:cubicBezTo>
                  <a:cubicBezTo>
                    <a:pt x="412350" y="69652"/>
                    <a:pt x="409673" y="63401"/>
                    <a:pt x="400747" y="60722"/>
                  </a:cubicBezTo>
                  <a:cubicBezTo>
                    <a:pt x="396285" y="58936"/>
                    <a:pt x="391822" y="58043"/>
                    <a:pt x="385574" y="58043"/>
                  </a:cubicBezTo>
                  <a:cubicBezTo>
                    <a:pt x="373079" y="58043"/>
                    <a:pt x="357013" y="63401"/>
                    <a:pt x="357013" y="82153"/>
                  </a:cubicBezTo>
                  <a:cubicBezTo>
                    <a:pt x="357013" y="96441"/>
                    <a:pt x="365939" y="99120"/>
                    <a:pt x="390929" y="110728"/>
                  </a:cubicBezTo>
                  <a:cubicBezTo>
                    <a:pt x="411458" y="119658"/>
                    <a:pt x="430201" y="129480"/>
                    <a:pt x="430201" y="151805"/>
                  </a:cubicBezTo>
                  <a:cubicBezTo>
                    <a:pt x="430201" y="189309"/>
                    <a:pt x="392715" y="195560"/>
                    <a:pt x="374864" y="196453"/>
                  </a:cubicBezTo>
                  <a:cubicBezTo>
                    <a:pt x="360583" y="196453"/>
                    <a:pt x="347195" y="192881"/>
                    <a:pt x="338270" y="187523"/>
                  </a:cubicBezTo>
                  <a:lnTo>
                    <a:pt x="338270" y="164306"/>
                  </a:lnTo>
                  <a:close/>
                  <a:moveTo>
                    <a:pt x="434664" y="70545"/>
                  </a:moveTo>
                  <a:cubicBezTo>
                    <a:pt x="434664" y="71438"/>
                    <a:pt x="435556" y="72331"/>
                    <a:pt x="435556" y="73223"/>
                  </a:cubicBezTo>
                  <a:lnTo>
                    <a:pt x="443589" y="91976"/>
                  </a:lnTo>
                  <a:lnTo>
                    <a:pt x="434664" y="70545"/>
                  </a:lnTo>
                  <a:close/>
                  <a:moveTo>
                    <a:pt x="432878" y="224135"/>
                  </a:moveTo>
                  <a:cubicBezTo>
                    <a:pt x="433771" y="222349"/>
                    <a:pt x="435556" y="219670"/>
                    <a:pt x="437341" y="216098"/>
                  </a:cubicBezTo>
                  <a:lnTo>
                    <a:pt x="432878" y="224135"/>
                  </a:lnTo>
                  <a:close/>
                  <a:moveTo>
                    <a:pt x="417705" y="82153"/>
                  </a:moveTo>
                  <a:cubicBezTo>
                    <a:pt x="418598" y="83046"/>
                    <a:pt x="416813" y="80367"/>
                    <a:pt x="416813" y="80367"/>
                  </a:cubicBezTo>
                  <a:lnTo>
                    <a:pt x="417705" y="82153"/>
                  </a:lnTo>
                  <a:close/>
                  <a:moveTo>
                    <a:pt x="230274" y="123230"/>
                  </a:moveTo>
                  <a:cubicBezTo>
                    <a:pt x="231166" y="157163"/>
                    <a:pt x="252587" y="184845"/>
                    <a:pt x="277578" y="183952"/>
                  </a:cubicBezTo>
                  <a:cubicBezTo>
                    <a:pt x="303461" y="183059"/>
                    <a:pt x="323990" y="155377"/>
                    <a:pt x="323097" y="121444"/>
                  </a:cubicBezTo>
                  <a:cubicBezTo>
                    <a:pt x="322204" y="87511"/>
                    <a:pt x="300784" y="59829"/>
                    <a:pt x="275793" y="60722"/>
                  </a:cubicBezTo>
                  <a:cubicBezTo>
                    <a:pt x="249909" y="60722"/>
                    <a:pt x="229381" y="89297"/>
                    <a:pt x="230274" y="123230"/>
                  </a:cubicBezTo>
                  <a:moveTo>
                    <a:pt x="0" y="26789"/>
                  </a:moveTo>
                  <a:lnTo>
                    <a:pt x="0" y="26789"/>
                  </a:lnTo>
                  <a:lnTo>
                    <a:pt x="0" y="3572"/>
                  </a:lnTo>
                  <a:lnTo>
                    <a:pt x="22313" y="3572"/>
                  </a:lnTo>
                  <a:lnTo>
                    <a:pt x="22313" y="25896"/>
                  </a:lnTo>
                  <a:lnTo>
                    <a:pt x="22313" y="25896"/>
                  </a:lnTo>
                  <a:lnTo>
                    <a:pt x="22313" y="168771"/>
                  </a:lnTo>
                  <a:lnTo>
                    <a:pt x="22313" y="169664"/>
                  </a:lnTo>
                  <a:lnTo>
                    <a:pt x="22313" y="191988"/>
                  </a:lnTo>
                  <a:lnTo>
                    <a:pt x="0" y="191988"/>
                  </a:lnTo>
                  <a:lnTo>
                    <a:pt x="0" y="169664"/>
                  </a:lnTo>
                  <a:lnTo>
                    <a:pt x="0" y="169664"/>
                  </a:lnTo>
                  <a:lnTo>
                    <a:pt x="0" y="26789"/>
                  </a:lnTo>
                  <a:close/>
                  <a:moveTo>
                    <a:pt x="610493" y="10716"/>
                  </a:moveTo>
                  <a:lnTo>
                    <a:pt x="614955" y="10716"/>
                  </a:lnTo>
                  <a:cubicBezTo>
                    <a:pt x="616740" y="10716"/>
                    <a:pt x="618525" y="11609"/>
                    <a:pt x="618525" y="13395"/>
                  </a:cubicBezTo>
                  <a:cubicBezTo>
                    <a:pt x="618525" y="15181"/>
                    <a:pt x="616740" y="16073"/>
                    <a:pt x="615848" y="16073"/>
                  </a:cubicBezTo>
                  <a:lnTo>
                    <a:pt x="611385" y="16073"/>
                  </a:lnTo>
                  <a:lnTo>
                    <a:pt x="611385" y="10716"/>
                  </a:lnTo>
                  <a:close/>
                  <a:moveTo>
                    <a:pt x="606922" y="27682"/>
                  </a:moveTo>
                  <a:lnTo>
                    <a:pt x="610493" y="27682"/>
                  </a:lnTo>
                  <a:lnTo>
                    <a:pt x="610493" y="19645"/>
                  </a:lnTo>
                  <a:lnTo>
                    <a:pt x="614955" y="19645"/>
                  </a:lnTo>
                  <a:lnTo>
                    <a:pt x="618525" y="27682"/>
                  </a:lnTo>
                  <a:lnTo>
                    <a:pt x="622988" y="27682"/>
                  </a:lnTo>
                  <a:lnTo>
                    <a:pt x="619418" y="18752"/>
                  </a:lnTo>
                  <a:cubicBezTo>
                    <a:pt x="620310" y="17859"/>
                    <a:pt x="622988" y="16966"/>
                    <a:pt x="622988" y="13395"/>
                  </a:cubicBezTo>
                  <a:cubicBezTo>
                    <a:pt x="622988" y="7144"/>
                    <a:pt x="618525" y="7144"/>
                    <a:pt x="614955" y="7144"/>
                  </a:cubicBezTo>
                  <a:lnTo>
                    <a:pt x="607815" y="7144"/>
                  </a:lnTo>
                  <a:lnTo>
                    <a:pt x="607815" y="27682"/>
                  </a:lnTo>
                  <a:close/>
                  <a:moveTo>
                    <a:pt x="597105" y="17859"/>
                  </a:moveTo>
                  <a:cubicBezTo>
                    <a:pt x="597105" y="8930"/>
                    <a:pt x="604245" y="1786"/>
                    <a:pt x="613170" y="1786"/>
                  </a:cubicBezTo>
                  <a:cubicBezTo>
                    <a:pt x="622095" y="1786"/>
                    <a:pt x="629236" y="8930"/>
                    <a:pt x="629236" y="17859"/>
                  </a:cubicBezTo>
                  <a:cubicBezTo>
                    <a:pt x="629236" y="26789"/>
                    <a:pt x="622095" y="33933"/>
                    <a:pt x="613170" y="33933"/>
                  </a:cubicBezTo>
                  <a:cubicBezTo>
                    <a:pt x="605137" y="33933"/>
                    <a:pt x="597105" y="26789"/>
                    <a:pt x="597105" y="17859"/>
                  </a:cubicBezTo>
                  <a:moveTo>
                    <a:pt x="614063" y="37505"/>
                  </a:moveTo>
                  <a:cubicBezTo>
                    <a:pt x="624773" y="37505"/>
                    <a:pt x="632806" y="28575"/>
                    <a:pt x="632806" y="18752"/>
                  </a:cubicBezTo>
                  <a:cubicBezTo>
                    <a:pt x="632806" y="8037"/>
                    <a:pt x="623881" y="0"/>
                    <a:pt x="614063" y="0"/>
                  </a:cubicBezTo>
                  <a:cubicBezTo>
                    <a:pt x="603352" y="0"/>
                    <a:pt x="595319" y="8930"/>
                    <a:pt x="595319" y="18752"/>
                  </a:cubicBezTo>
                  <a:cubicBezTo>
                    <a:pt x="594427" y="28575"/>
                    <a:pt x="603352" y="37505"/>
                    <a:pt x="614063" y="37505"/>
                  </a:cubicBezTo>
                </a:path>
              </a:pathLst>
            </a:custGeom>
            <a:solidFill>
              <a:schemeClr val="accent1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9" name="Graphic 27">
              <a:extLst>
                <a:ext uri="{FF2B5EF4-FFF2-40B4-BE49-F238E27FC236}">
                  <a16:creationId xmlns:a16="http://schemas.microsoft.com/office/drawing/2014/main" id="{806E81D1-0193-3FF8-CF3E-30ED95969C9F}"/>
                </a:ext>
              </a:extLst>
            </p:cNvPr>
            <p:cNvGrpSpPr/>
            <p:nvPr/>
          </p:nvGrpSpPr>
          <p:grpSpPr>
            <a:xfrm>
              <a:off x="10889077" y="6475777"/>
              <a:ext cx="922910" cy="118030"/>
              <a:chOff x="5673009" y="1856926"/>
              <a:chExt cx="1026412" cy="131266"/>
            </a:xfrm>
            <a:solidFill>
              <a:schemeClr val="accent4"/>
            </a:solidFill>
          </p:grpSpPr>
          <p:sp>
            <p:nvSpPr>
              <p:cNvPr id="11" name="Freeform 9">
                <a:extLst>
                  <a:ext uri="{FF2B5EF4-FFF2-40B4-BE49-F238E27FC236}">
                    <a16:creationId xmlns:a16="http://schemas.microsoft.com/office/drawing/2014/main" id="{48D29F66-7958-D4A6-62E7-81E716A422D2}"/>
                  </a:ext>
                </a:extLst>
              </p:cNvPr>
              <p:cNvSpPr/>
              <p:nvPr/>
            </p:nvSpPr>
            <p:spPr>
              <a:xfrm>
                <a:off x="5673009" y="1856926"/>
                <a:ext cx="97286" cy="129480"/>
              </a:xfrm>
              <a:custGeom>
                <a:avLst/>
                <a:gdLst>
                  <a:gd name="connsiteX0" fmla="*/ 96394 w 97286"/>
                  <a:gd name="connsiteY0" fmla="*/ 124123 h 129480"/>
                  <a:gd name="connsiteX1" fmla="*/ 64262 w 97286"/>
                  <a:gd name="connsiteY1" fmla="*/ 129480 h 129480"/>
                  <a:gd name="connsiteX2" fmla="*/ 0 w 97286"/>
                  <a:gd name="connsiteY2" fmla="*/ 66080 h 129480"/>
                  <a:gd name="connsiteX3" fmla="*/ 66940 w 97286"/>
                  <a:gd name="connsiteY3" fmla="*/ 0 h 129480"/>
                  <a:gd name="connsiteX4" fmla="*/ 97286 w 97286"/>
                  <a:gd name="connsiteY4" fmla="*/ 5358 h 129480"/>
                  <a:gd name="connsiteX5" fmla="*/ 91931 w 97286"/>
                  <a:gd name="connsiteY5" fmla="*/ 23217 h 129480"/>
                  <a:gd name="connsiteX6" fmla="*/ 67832 w 97286"/>
                  <a:gd name="connsiteY6" fmla="*/ 18752 h 129480"/>
                  <a:gd name="connsiteX7" fmla="*/ 24098 w 97286"/>
                  <a:gd name="connsiteY7" fmla="*/ 65187 h 129480"/>
                  <a:gd name="connsiteX8" fmla="*/ 67832 w 97286"/>
                  <a:gd name="connsiteY8" fmla="*/ 110728 h 129480"/>
                  <a:gd name="connsiteX9" fmla="*/ 92823 w 97286"/>
                  <a:gd name="connsiteY9" fmla="*/ 106263 h 129480"/>
                  <a:gd name="connsiteX10" fmla="*/ 96394 w 97286"/>
                  <a:gd name="connsiteY10" fmla="*/ 124123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9480">
                    <a:moveTo>
                      <a:pt x="96394" y="124123"/>
                    </a:moveTo>
                    <a:cubicBezTo>
                      <a:pt x="91038" y="126802"/>
                      <a:pt x="79435" y="129480"/>
                      <a:pt x="64262" y="129480"/>
                    </a:cubicBezTo>
                    <a:cubicBezTo>
                      <a:pt x="24098" y="129480"/>
                      <a:pt x="0" y="104477"/>
                      <a:pt x="0" y="66080"/>
                    </a:cubicBezTo>
                    <a:cubicBezTo>
                      <a:pt x="0" y="25003"/>
                      <a:pt x="28561" y="0"/>
                      <a:pt x="66940" y="0"/>
                    </a:cubicBezTo>
                    <a:cubicBezTo>
                      <a:pt x="82113" y="0"/>
                      <a:pt x="92823" y="3572"/>
                      <a:pt x="97286" y="5358"/>
                    </a:cubicBezTo>
                    <a:lnTo>
                      <a:pt x="91931" y="23217"/>
                    </a:lnTo>
                    <a:cubicBezTo>
                      <a:pt x="85683" y="20538"/>
                      <a:pt x="77650" y="18752"/>
                      <a:pt x="67832" y="18752"/>
                    </a:cubicBezTo>
                    <a:cubicBezTo>
                      <a:pt x="41949" y="18752"/>
                      <a:pt x="24098" y="34826"/>
                      <a:pt x="24098" y="65187"/>
                    </a:cubicBezTo>
                    <a:cubicBezTo>
                      <a:pt x="24098" y="92869"/>
                      <a:pt x="40164" y="110728"/>
                      <a:pt x="67832" y="110728"/>
                    </a:cubicBezTo>
                    <a:cubicBezTo>
                      <a:pt x="76758" y="110728"/>
                      <a:pt x="86576" y="108942"/>
                      <a:pt x="92823" y="106263"/>
                    </a:cubicBezTo>
                    <a:lnTo>
                      <a:pt x="96394" y="124123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10">
                <a:extLst>
                  <a:ext uri="{FF2B5EF4-FFF2-40B4-BE49-F238E27FC236}">
                    <a16:creationId xmlns:a16="http://schemas.microsoft.com/office/drawing/2014/main" id="{21CEF50A-1FCC-4AD8-3628-E0888E59AA20}"/>
                  </a:ext>
                </a:extLst>
              </p:cNvPr>
              <p:cNvSpPr/>
              <p:nvPr/>
            </p:nvSpPr>
            <p:spPr>
              <a:xfrm>
                <a:off x="5779220" y="1858691"/>
                <a:ext cx="117814" cy="128608"/>
              </a:xfrm>
              <a:custGeom>
                <a:avLst/>
                <a:gdLst>
                  <a:gd name="connsiteX0" fmla="*/ 117814 w 117814"/>
                  <a:gd name="connsiteY0" fmla="*/ 62529 h 128608"/>
                  <a:gd name="connsiteX1" fmla="*/ 58015 w 117814"/>
                  <a:gd name="connsiteY1" fmla="*/ 128609 h 128608"/>
                  <a:gd name="connsiteX2" fmla="*/ 0 w 117814"/>
                  <a:gd name="connsiteY2" fmla="*/ 65208 h 128608"/>
                  <a:gd name="connsiteX3" fmla="*/ 59800 w 117814"/>
                  <a:gd name="connsiteY3" fmla="*/ 21 h 128608"/>
                  <a:gd name="connsiteX4" fmla="*/ 117814 w 117814"/>
                  <a:gd name="connsiteY4" fmla="*/ 62529 h 128608"/>
                  <a:gd name="connsiteX5" fmla="*/ 24098 w 117814"/>
                  <a:gd name="connsiteY5" fmla="*/ 64315 h 128608"/>
                  <a:gd name="connsiteX6" fmla="*/ 58907 w 117814"/>
                  <a:gd name="connsiteY6" fmla="*/ 109856 h 128608"/>
                  <a:gd name="connsiteX7" fmla="*/ 93716 w 117814"/>
                  <a:gd name="connsiteY7" fmla="*/ 63422 h 128608"/>
                  <a:gd name="connsiteX8" fmla="*/ 58907 w 117814"/>
                  <a:gd name="connsiteY8" fmla="*/ 16987 h 128608"/>
                  <a:gd name="connsiteX9" fmla="*/ 24098 w 117814"/>
                  <a:gd name="connsiteY9" fmla="*/ 64315 h 128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814" h="128608">
                    <a:moveTo>
                      <a:pt x="117814" y="62529"/>
                    </a:moveTo>
                    <a:cubicBezTo>
                      <a:pt x="117814" y="104498"/>
                      <a:pt x="91931" y="128609"/>
                      <a:pt x="58015" y="128609"/>
                    </a:cubicBezTo>
                    <a:cubicBezTo>
                      <a:pt x="22313" y="128609"/>
                      <a:pt x="0" y="101819"/>
                      <a:pt x="0" y="65208"/>
                    </a:cubicBezTo>
                    <a:cubicBezTo>
                      <a:pt x="0" y="26810"/>
                      <a:pt x="24098" y="21"/>
                      <a:pt x="59800" y="21"/>
                    </a:cubicBezTo>
                    <a:cubicBezTo>
                      <a:pt x="95501" y="-872"/>
                      <a:pt x="117814" y="26810"/>
                      <a:pt x="117814" y="62529"/>
                    </a:cubicBezTo>
                    <a:close/>
                    <a:moveTo>
                      <a:pt x="24098" y="64315"/>
                    </a:moveTo>
                    <a:cubicBezTo>
                      <a:pt x="24098" y="90211"/>
                      <a:pt x="36594" y="109856"/>
                      <a:pt x="58907" y="109856"/>
                    </a:cubicBezTo>
                    <a:cubicBezTo>
                      <a:pt x="81221" y="109856"/>
                      <a:pt x="93716" y="89318"/>
                      <a:pt x="93716" y="63422"/>
                    </a:cubicBezTo>
                    <a:cubicBezTo>
                      <a:pt x="93716" y="40205"/>
                      <a:pt x="82113" y="16987"/>
                      <a:pt x="58907" y="16987"/>
                    </a:cubicBezTo>
                    <a:cubicBezTo>
                      <a:pt x="35701" y="16987"/>
                      <a:pt x="24098" y="38419"/>
                      <a:pt x="24098" y="64315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7A133D1C-8B03-2EFB-6150-046A14F9F993}"/>
                  </a:ext>
                </a:extLst>
              </p:cNvPr>
              <p:cNvSpPr/>
              <p:nvPr/>
            </p:nvSpPr>
            <p:spPr>
              <a:xfrm>
                <a:off x="5913100" y="1859605"/>
                <a:ext cx="99070" cy="125015"/>
              </a:xfrm>
              <a:custGeom>
                <a:avLst/>
                <a:gdLst>
                  <a:gd name="connsiteX0" fmla="*/ 0 w 99070"/>
                  <a:gd name="connsiteY0" fmla="*/ 125016 h 125015"/>
                  <a:gd name="connsiteX1" fmla="*/ 0 w 99070"/>
                  <a:gd name="connsiteY1" fmla="*/ 0 h 125015"/>
                  <a:gd name="connsiteX2" fmla="*/ 25883 w 99070"/>
                  <a:gd name="connsiteY2" fmla="*/ 0 h 125015"/>
                  <a:gd name="connsiteX3" fmla="*/ 58015 w 99070"/>
                  <a:gd name="connsiteY3" fmla="*/ 53578 h 125015"/>
                  <a:gd name="connsiteX4" fmla="*/ 79435 w 99070"/>
                  <a:gd name="connsiteY4" fmla="*/ 95548 h 125015"/>
                  <a:gd name="connsiteX5" fmla="*/ 79435 w 99070"/>
                  <a:gd name="connsiteY5" fmla="*/ 95548 h 125015"/>
                  <a:gd name="connsiteX6" fmla="*/ 77650 w 99070"/>
                  <a:gd name="connsiteY6" fmla="*/ 43755 h 125015"/>
                  <a:gd name="connsiteX7" fmla="*/ 77650 w 99070"/>
                  <a:gd name="connsiteY7" fmla="*/ 0 h 125015"/>
                  <a:gd name="connsiteX8" fmla="*/ 99071 w 99070"/>
                  <a:gd name="connsiteY8" fmla="*/ 0 h 125015"/>
                  <a:gd name="connsiteX9" fmla="*/ 99071 w 99070"/>
                  <a:gd name="connsiteY9" fmla="*/ 125016 h 125015"/>
                  <a:gd name="connsiteX10" fmla="*/ 75865 w 99070"/>
                  <a:gd name="connsiteY10" fmla="*/ 125016 h 125015"/>
                  <a:gd name="connsiteX11" fmla="*/ 42841 w 99070"/>
                  <a:gd name="connsiteY11" fmla="*/ 69652 h 125015"/>
                  <a:gd name="connsiteX12" fmla="*/ 20528 w 99070"/>
                  <a:gd name="connsiteY12" fmla="*/ 26789 h 125015"/>
                  <a:gd name="connsiteX13" fmla="*/ 19636 w 99070"/>
                  <a:gd name="connsiteY13" fmla="*/ 26789 h 125015"/>
                  <a:gd name="connsiteX14" fmla="*/ 20528 w 99070"/>
                  <a:gd name="connsiteY14" fmla="*/ 80367 h 125015"/>
                  <a:gd name="connsiteX15" fmla="*/ 20528 w 99070"/>
                  <a:gd name="connsiteY15" fmla="*/ 125016 h 125015"/>
                  <a:gd name="connsiteX16" fmla="*/ 0 w 99070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0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3" y="0"/>
                    </a:lnTo>
                    <a:lnTo>
                      <a:pt x="58015" y="53578"/>
                    </a:lnTo>
                    <a:cubicBezTo>
                      <a:pt x="66047" y="67866"/>
                      <a:pt x="73188" y="82153"/>
                      <a:pt x="79435" y="95548"/>
                    </a:cubicBezTo>
                    <a:lnTo>
                      <a:pt x="79435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1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A6CC9FE3-9AD2-8468-540F-B461396B0B10}"/>
                  </a:ext>
                </a:extLst>
              </p:cNvPr>
              <p:cNvSpPr/>
              <p:nvPr/>
            </p:nvSpPr>
            <p:spPr>
              <a:xfrm>
                <a:off x="6030915" y="1858712"/>
                <a:ext cx="81220" cy="129480"/>
              </a:xfrm>
              <a:custGeom>
                <a:avLst/>
                <a:gdLst>
                  <a:gd name="connsiteX0" fmla="*/ 3570 w 81220"/>
                  <a:gd name="connsiteY0" fmla="*/ 101798 h 129480"/>
                  <a:gd name="connsiteX1" fmla="*/ 33916 w 81220"/>
                  <a:gd name="connsiteY1" fmla="*/ 109835 h 129480"/>
                  <a:gd name="connsiteX2" fmla="*/ 57122 w 81220"/>
                  <a:gd name="connsiteY2" fmla="*/ 92869 h 129480"/>
                  <a:gd name="connsiteX3" fmla="*/ 34809 w 81220"/>
                  <a:gd name="connsiteY3" fmla="*/ 72330 h 129480"/>
                  <a:gd name="connsiteX4" fmla="*/ 893 w 81220"/>
                  <a:gd name="connsiteY4" fmla="*/ 35719 h 129480"/>
                  <a:gd name="connsiteX5" fmla="*/ 45519 w 81220"/>
                  <a:gd name="connsiteY5" fmla="*/ 0 h 129480"/>
                  <a:gd name="connsiteX6" fmla="*/ 75865 w 81220"/>
                  <a:gd name="connsiteY6" fmla="*/ 6251 h 129480"/>
                  <a:gd name="connsiteX7" fmla="*/ 70510 w 81220"/>
                  <a:gd name="connsiteY7" fmla="*/ 25003 h 129480"/>
                  <a:gd name="connsiteX8" fmla="*/ 45519 w 81220"/>
                  <a:gd name="connsiteY8" fmla="*/ 18752 h 129480"/>
                  <a:gd name="connsiteX9" fmla="*/ 24991 w 81220"/>
                  <a:gd name="connsiteY9" fmla="*/ 33933 h 129480"/>
                  <a:gd name="connsiteX10" fmla="*/ 49089 w 81220"/>
                  <a:gd name="connsiteY10" fmla="*/ 54471 h 129480"/>
                  <a:gd name="connsiteX11" fmla="*/ 81221 w 81220"/>
                  <a:gd name="connsiteY11" fmla="*/ 91976 h 129480"/>
                  <a:gd name="connsiteX12" fmla="*/ 33916 w 81220"/>
                  <a:gd name="connsiteY12" fmla="*/ 129480 h 129480"/>
                  <a:gd name="connsiteX13" fmla="*/ 0 w 81220"/>
                  <a:gd name="connsiteY13" fmla="*/ 121444 h 129480"/>
                  <a:gd name="connsiteX14" fmla="*/ 3570 w 81220"/>
                  <a:gd name="connsiteY14" fmla="*/ 101798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20" h="129480">
                    <a:moveTo>
                      <a:pt x="3570" y="101798"/>
                    </a:moveTo>
                    <a:cubicBezTo>
                      <a:pt x="10711" y="106263"/>
                      <a:pt x="22313" y="109835"/>
                      <a:pt x="33916" y="109835"/>
                    </a:cubicBezTo>
                    <a:cubicBezTo>
                      <a:pt x="48197" y="109835"/>
                      <a:pt x="57122" y="102691"/>
                      <a:pt x="57122" y="92869"/>
                    </a:cubicBezTo>
                    <a:cubicBezTo>
                      <a:pt x="57122" y="83046"/>
                      <a:pt x="50874" y="77688"/>
                      <a:pt x="34809" y="72330"/>
                    </a:cubicBezTo>
                    <a:cubicBezTo>
                      <a:pt x="14281" y="65187"/>
                      <a:pt x="893" y="53578"/>
                      <a:pt x="893" y="35719"/>
                    </a:cubicBezTo>
                    <a:cubicBezTo>
                      <a:pt x="893" y="15180"/>
                      <a:pt x="17851" y="0"/>
                      <a:pt x="45519" y="0"/>
                    </a:cubicBezTo>
                    <a:cubicBezTo>
                      <a:pt x="58907" y="0"/>
                      <a:pt x="68725" y="2679"/>
                      <a:pt x="75865" y="6251"/>
                    </a:cubicBezTo>
                    <a:lnTo>
                      <a:pt x="70510" y="25003"/>
                    </a:lnTo>
                    <a:cubicBezTo>
                      <a:pt x="66047" y="22324"/>
                      <a:pt x="57122" y="18752"/>
                      <a:pt x="45519" y="18752"/>
                    </a:cubicBezTo>
                    <a:cubicBezTo>
                      <a:pt x="31239" y="18752"/>
                      <a:pt x="24991" y="26789"/>
                      <a:pt x="24991" y="33933"/>
                    </a:cubicBezTo>
                    <a:cubicBezTo>
                      <a:pt x="24991" y="43755"/>
                      <a:pt x="32131" y="48220"/>
                      <a:pt x="49089" y="54471"/>
                    </a:cubicBezTo>
                    <a:cubicBezTo>
                      <a:pt x="70510" y="62508"/>
                      <a:pt x="81221" y="73223"/>
                      <a:pt x="81221" y="91976"/>
                    </a:cubicBezTo>
                    <a:cubicBezTo>
                      <a:pt x="81221" y="111621"/>
                      <a:pt x="66047" y="129480"/>
                      <a:pt x="33916" y="129480"/>
                    </a:cubicBezTo>
                    <a:cubicBezTo>
                      <a:pt x="20528" y="129480"/>
                      <a:pt x="7140" y="125909"/>
                      <a:pt x="0" y="121444"/>
                    </a:cubicBezTo>
                    <a:lnTo>
                      <a:pt x="3570" y="101798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" name="Freeform 13">
                <a:extLst>
                  <a:ext uri="{FF2B5EF4-FFF2-40B4-BE49-F238E27FC236}">
                    <a16:creationId xmlns:a16="http://schemas.microsoft.com/office/drawing/2014/main" id="{1A87B752-83A2-322E-9CCC-FEFCA20254E3}"/>
                  </a:ext>
                </a:extLst>
              </p:cNvPr>
              <p:cNvSpPr/>
              <p:nvPr/>
            </p:nvSpPr>
            <p:spPr>
              <a:xfrm>
                <a:off x="6129093" y="1859605"/>
                <a:ext cx="97286" cy="126801"/>
              </a:xfrm>
              <a:custGeom>
                <a:avLst/>
                <a:gdLst>
                  <a:gd name="connsiteX0" fmla="*/ 21421 w 97286"/>
                  <a:gd name="connsiteY0" fmla="*/ 0 h 126801"/>
                  <a:gd name="connsiteX1" fmla="*/ 21421 w 97286"/>
                  <a:gd name="connsiteY1" fmla="*/ 73223 h 126801"/>
                  <a:gd name="connsiteX2" fmla="*/ 47304 w 97286"/>
                  <a:gd name="connsiteY2" fmla="*/ 108942 h 126801"/>
                  <a:gd name="connsiteX3" fmla="*/ 74080 w 97286"/>
                  <a:gd name="connsiteY3" fmla="*/ 73223 h 126801"/>
                  <a:gd name="connsiteX4" fmla="*/ 74080 w 97286"/>
                  <a:gd name="connsiteY4" fmla="*/ 0 h 126801"/>
                  <a:gd name="connsiteX5" fmla="*/ 97286 w 97286"/>
                  <a:gd name="connsiteY5" fmla="*/ 0 h 126801"/>
                  <a:gd name="connsiteX6" fmla="*/ 97286 w 97286"/>
                  <a:gd name="connsiteY6" fmla="*/ 71438 h 126801"/>
                  <a:gd name="connsiteX7" fmla="*/ 47304 w 97286"/>
                  <a:gd name="connsiteY7" fmla="*/ 126802 h 126801"/>
                  <a:gd name="connsiteX8" fmla="*/ 0 w 97286"/>
                  <a:gd name="connsiteY8" fmla="*/ 71438 h 126801"/>
                  <a:gd name="connsiteX9" fmla="*/ 0 w 97286"/>
                  <a:gd name="connsiteY9" fmla="*/ 0 h 126801"/>
                  <a:gd name="connsiteX10" fmla="*/ 21421 w 97286"/>
                  <a:gd name="connsiteY10" fmla="*/ 0 h 126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6801">
                    <a:moveTo>
                      <a:pt x="21421" y="0"/>
                    </a:moveTo>
                    <a:lnTo>
                      <a:pt x="21421" y="73223"/>
                    </a:lnTo>
                    <a:cubicBezTo>
                      <a:pt x="21421" y="97334"/>
                      <a:pt x="31239" y="108942"/>
                      <a:pt x="47304" y="108942"/>
                    </a:cubicBezTo>
                    <a:cubicBezTo>
                      <a:pt x="64262" y="108942"/>
                      <a:pt x="74080" y="97334"/>
                      <a:pt x="74080" y="73223"/>
                    </a:cubicBezTo>
                    <a:lnTo>
                      <a:pt x="74080" y="0"/>
                    </a:lnTo>
                    <a:lnTo>
                      <a:pt x="97286" y="0"/>
                    </a:lnTo>
                    <a:lnTo>
                      <a:pt x="97286" y="71438"/>
                    </a:lnTo>
                    <a:cubicBezTo>
                      <a:pt x="97286" y="109835"/>
                      <a:pt x="77650" y="126802"/>
                      <a:pt x="47304" y="126802"/>
                    </a:cubicBezTo>
                    <a:cubicBezTo>
                      <a:pt x="18743" y="126802"/>
                      <a:pt x="0" y="110728"/>
                      <a:pt x="0" y="71438"/>
                    </a:cubicBezTo>
                    <a:lnTo>
                      <a:pt x="0" y="0"/>
                    </a:lnTo>
                    <a:lnTo>
                      <a:pt x="21421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14">
                <a:extLst>
                  <a:ext uri="{FF2B5EF4-FFF2-40B4-BE49-F238E27FC236}">
                    <a16:creationId xmlns:a16="http://schemas.microsoft.com/office/drawing/2014/main" id="{22595739-CA0F-52A0-9B1B-597655184499}"/>
                  </a:ext>
                </a:extLst>
              </p:cNvPr>
              <p:cNvSpPr/>
              <p:nvPr/>
            </p:nvSpPr>
            <p:spPr>
              <a:xfrm>
                <a:off x="6248693" y="1859605"/>
                <a:ext cx="74972" cy="125015"/>
              </a:xfrm>
              <a:custGeom>
                <a:avLst/>
                <a:gdLst>
                  <a:gd name="connsiteX0" fmla="*/ 0 w 74972"/>
                  <a:gd name="connsiteY0" fmla="*/ 0 h 125015"/>
                  <a:gd name="connsiteX1" fmla="*/ 23206 w 74972"/>
                  <a:gd name="connsiteY1" fmla="*/ 0 h 125015"/>
                  <a:gd name="connsiteX2" fmla="*/ 23206 w 74972"/>
                  <a:gd name="connsiteY2" fmla="*/ 106263 h 125015"/>
                  <a:gd name="connsiteX3" fmla="*/ 74973 w 74972"/>
                  <a:gd name="connsiteY3" fmla="*/ 106263 h 125015"/>
                  <a:gd name="connsiteX4" fmla="*/ 74973 w 74972"/>
                  <a:gd name="connsiteY4" fmla="*/ 125016 h 125015"/>
                  <a:gd name="connsiteX5" fmla="*/ 893 w 74972"/>
                  <a:gd name="connsiteY5" fmla="*/ 125016 h 125015"/>
                  <a:gd name="connsiteX6" fmla="*/ 893 w 74972"/>
                  <a:gd name="connsiteY6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972" h="125015">
                    <a:moveTo>
                      <a:pt x="0" y="0"/>
                    </a:moveTo>
                    <a:lnTo>
                      <a:pt x="23206" y="0"/>
                    </a:lnTo>
                    <a:lnTo>
                      <a:pt x="23206" y="106263"/>
                    </a:lnTo>
                    <a:lnTo>
                      <a:pt x="74973" y="106263"/>
                    </a:lnTo>
                    <a:lnTo>
                      <a:pt x="74973" y="125016"/>
                    </a:lnTo>
                    <a:lnTo>
                      <a:pt x="893" y="125016"/>
                    </a:lnTo>
                    <a:lnTo>
                      <a:pt x="893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15">
                <a:extLst>
                  <a:ext uri="{FF2B5EF4-FFF2-40B4-BE49-F238E27FC236}">
                    <a16:creationId xmlns:a16="http://schemas.microsoft.com/office/drawing/2014/main" id="{D614CB6D-4134-C1A2-D303-36A16804CAF8}"/>
                  </a:ext>
                </a:extLst>
              </p:cNvPr>
              <p:cNvSpPr/>
              <p:nvPr/>
            </p:nvSpPr>
            <p:spPr>
              <a:xfrm>
                <a:off x="6324558" y="1859605"/>
                <a:ext cx="94608" cy="125015"/>
              </a:xfrm>
              <a:custGeom>
                <a:avLst/>
                <a:gdLst>
                  <a:gd name="connsiteX0" fmla="*/ 35701 w 94608"/>
                  <a:gd name="connsiteY0" fmla="*/ 19645 h 125015"/>
                  <a:gd name="connsiteX1" fmla="*/ 0 w 94608"/>
                  <a:gd name="connsiteY1" fmla="*/ 19645 h 125015"/>
                  <a:gd name="connsiteX2" fmla="*/ 0 w 94608"/>
                  <a:gd name="connsiteY2" fmla="*/ 0 h 125015"/>
                  <a:gd name="connsiteX3" fmla="*/ 94609 w 94608"/>
                  <a:gd name="connsiteY3" fmla="*/ 0 h 125015"/>
                  <a:gd name="connsiteX4" fmla="*/ 94609 w 94608"/>
                  <a:gd name="connsiteY4" fmla="*/ 18752 h 125015"/>
                  <a:gd name="connsiteX5" fmla="*/ 58907 w 94608"/>
                  <a:gd name="connsiteY5" fmla="*/ 18752 h 125015"/>
                  <a:gd name="connsiteX6" fmla="*/ 58907 w 94608"/>
                  <a:gd name="connsiteY6" fmla="*/ 125016 h 125015"/>
                  <a:gd name="connsiteX7" fmla="*/ 35701 w 94608"/>
                  <a:gd name="connsiteY7" fmla="*/ 125016 h 125015"/>
                  <a:gd name="connsiteX8" fmla="*/ 35701 w 94608"/>
                  <a:gd name="connsiteY8" fmla="*/ 19645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608" h="125015">
                    <a:moveTo>
                      <a:pt x="35701" y="19645"/>
                    </a:moveTo>
                    <a:lnTo>
                      <a:pt x="0" y="19645"/>
                    </a:lnTo>
                    <a:lnTo>
                      <a:pt x="0" y="0"/>
                    </a:lnTo>
                    <a:lnTo>
                      <a:pt x="94609" y="0"/>
                    </a:lnTo>
                    <a:lnTo>
                      <a:pt x="94609" y="18752"/>
                    </a:lnTo>
                    <a:lnTo>
                      <a:pt x="58907" y="18752"/>
                    </a:lnTo>
                    <a:lnTo>
                      <a:pt x="58907" y="125016"/>
                    </a:lnTo>
                    <a:lnTo>
                      <a:pt x="35701" y="125016"/>
                    </a:lnTo>
                    <a:lnTo>
                      <a:pt x="35701" y="19645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545135D6-3D1D-7E6F-4699-67D13AB12347}"/>
                  </a:ext>
                </a:extLst>
              </p:cNvPr>
              <p:cNvSpPr/>
              <p:nvPr/>
            </p:nvSpPr>
            <p:spPr>
              <a:xfrm>
                <a:off x="6430769" y="1859605"/>
                <a:ext cx="23205" cy="125015"/>
              </a:xfrm>
              <a:custGeom>
                <a:avLst/>
                <a:gdLst>
                  <a:gd name="connsiteX0" fmla="*/ 23206 w 23205"/>
                  <a:gd name="connsiteY0" fmla="*/ 0 h 125015"/>
                  <a:gd name="connsiteX1" fmla="*/ 23206 w 23205"/>
                  <a:gd name="connsiteY1" fmla="*/ 125016 h 125015"/>
                  <a:gd name="connsiteX2" fmla="*/ 0 w 23205"/>
                  <a:gd name="connsiteY2" fmla="*/ 125016 h 125015"/>
                  <a:gd name="connsiteX3" fmla="*/ 0 w 23205"/>
                  <a:gd name="connsiteY3" fmla="*/ 0 h 125015"/>
                  <a:gd name="connsiteX4" fmla="*/ 23206 w 23205"/>
                  <a:gd name="connsiteY4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05" h="125015">
                    <a:moveTo>
                      <a:pt x="23206" y="0"/>
                    </a:moveTo>
                    <a:lnTo>
                      <a:pt x="23206" y="125016"/>
                    </a:lnTo>
                    <a:lnTo>
                      <a:pt x="0" y="125016"/>
                    </a:lnTo>
                    <a:lnTo>
                      <a:pt x="0" y="0"/>
                    </a:lnTo>
                    <a:lnTo>
                      <a:pt x="23206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" name="Freeform 17">
                <a:extLst>
                  <a:ext uri="{FF2B5EF4-FFF2-40B4-BE49-F238E27FC236}">
                    <a16:creationId xmlns:a16="http://schemas.microsoft.com/office/drawing/2014/main" id="{CBB33B57-3771-3B66-E5A3-7132D4023E1E}"/>
                  </a:ext>
                </a:extLst>
              </p:cNvPr>
              <p:cNvSpPr/>
              <p:nvPr/>
            </p:nvSpPr>
            <p:spPr>
              <a:xfrm>
                <a:off x="6476288" y="1859605"/>
                <a:ext cx="99071" cy="125015"/>
              </a:xfrm>
              <a:custGeom>
                <a:avLst/>
                <a:gdLst>
                  <a:gd name="connsiteX0" fmla="*/ 0 w 99071"/>
                  <a:gd name="connsiteY0" fmla="*/ 125016 h 125015"/>
                  <a:gd name="connsiteX1" fmla="*/ 0 w 99071"/>
                  <a:gd name="connsiteY1" fmla="*/ 0 h 125015"/>
                  <a:gd name="connsiteX2" fmla="*/ 25884 w 99071"/>
                  <a:gd name="connsiteY2" fmla="*/ 0 h 125015"/>
                  <a:gd name="connsiteX3" fmla="*/ 58015 w 99071"/>
                  <a:gd name="connsiteY3" fmla="*/ 53578 h 125015"/>
                  <a:gd name="connsiteX4" fmla="*/ 79436 w 99071"/>
                  <a:gd name="connsiteY4" fmla="*/ 95548 h 125015"/>
                  <a:gd name="connsiteX5" fmla="*/ 79436 w 99071"/>
                  <a:gd name="connsiteY5" fmla="*/ 95548 h 125015"/>
                  <a:gd name="connsiteX6" fmla="*/ 77650 w 99071"/>
                  <a:gd name="connsiteY6" fmla="*/ 43755 h 125015"/>
                  <a:gd name="connsiteX7" fmla="*/ 77650 w 99071"/>
                  <a:gd name="connsiteY7" fmla="*/ 0 h 125015"/>
                  <a:gd name="connsiteX8" fmla="*/ 99071 w 99071"/>
                  <a:gd name="connsiteY8" fmla="*/ 0 h 125015"/>
                  <a:gd name="connsiteX9" fmla="*/ 99071 w 99071"/>
                  <a:gd name="connsiteY9" fmla="*/ 125016 h 125015"/>
                  <a:gd name="connsiteX10" fmla="*/ 75865 w 99071"/>
                  <a:gd name="connsiteY10" fmla="*/ 125016 h 125015"/>
                  <a:gd name="connsiteX11" fmla="*/ 42842 w 99071"/>
                  <a:gd name="connsiteY11" fmla="*/ 69652 h 125015"/>
                  <a:gd name="connsiteX12" fmla="*/ 20528 w 99071"/>
                  <a:gd name="connsiteY12" fmla="*/ 26789 h 125015"/>
                  <a:gd name="connsiteX13" fmla="*/ 19636 w 99071"/>
                  <a:gd name="connsiteY13" fmla="*/ 26789 h 125015"/>
                  <a:gd name="connsiteX14" fmla="*/ 20528 w 99071"/>
                  <a:gd name="connsiteY14" fmla="*/ 80367 h 125015"/>
                  <a:gd name="connsiteX15" fmla="*/ 20528 w 99071"/>
                  <a:gd name="connsiteY15" fmla="*/ 125016 h 125015"/>
                  <a:gd name="connsiteX16" fmla="*/ 0 w 99071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1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4" y="0"/>
                    </a:lnTo>
                    <a:lnTo>
                      <a:pt x="58015" y="53578"/>
                    </a:lnTo>
                    <a:cubicBezTo>
                      <a:pt x="66048" y="67866"/>
                      <a:pt x="73188" y="82153"/>
                      <a:pt x="79436" y="95548"/>
                    </a:cubicBezTo>
                    <a:lnTo>
                      <a:pt x="79436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2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18">
                <a:extLst>
                  <a:ext uri="{FF2B5EF4-FFF2-40B4-BE49-F238E27FC236}">
                    <a16:creationId xmlns:a16="http://schemas.microsoft.com/office/drawing/2014/main" id="{FBC21319-21B3-9F85-B141-99FF700907EC}"/>
                  </a:ext>
                </a:extLst>
              </p:cNvPr>
              <p:cNvSpPr/>
              <p:nvPr/>
            </p:nvSpPr>
            <p:spPr>
              <a:xfrm>
                <a:off x="6592318" y="1857819"/>
                <a:ext cx="107103" cy="128587"/>
              </a:xfrm>
              <a:custGeom>
                <a:avLst/>
                <a:gdLst>
                  <a:gd name="connsiteX0" fmla="*/ 107104 w 107103"/>
                  <a:gd name="connsiteY0" fmla="*/ 121444 h 128587"/>
                  <a:gd name="connsiteX1" fmla="*/ 66940 w 107103"/>
                  <a:gd name="connsiteY1" fmla="*/ 128587 h 128587"/>
                  <a:gd name="connsiteX2" fmla="*/ 17851 w 107103"/>
                  <a:gd name="connsiteY2" fmla="*/ 111621 h 128587"/>
                  <a:gd name="connsiteX3" fmla="*/ 0 w 107103"/>
                  <a:gd name="connsiteY3" fmla="*/ 65187 h 128587"/>
                  <a:gd name="connsiteX4" fmla="*/ 69618 w 107103"/>
                  <a:gd name="connsiteY4" fmla="*/ 0 h 128587"/>
                  <a:gd name="connsiteX5" fmla="*/ 102641 w 107103"/>
                  <a:gd name="connsiteY5" fmla="*/ 6251 h 128587"/>
                  <a:gd name="connsiteX6" fmla="*/ 97286 w 107103"/>
                  <a:gd name="connsiteY6" fmla="*/ 25003 h 128587"/>
                  <a:gd name="connsiteX7" fmla="*/ 68725 w 107103"/>
                  <a:gd name="connsiteY7" fmla="*/ 19645 h 128587"/>
                  <a:gd name="connsiteX8" fmla="*/ 23206 w 107103"/>
                  <a:gd name="connsiteY8" fmla="*/ 64294 h 128587"/>
                  <a:gd name="connsiteX9" fmla="*/ 66940 w 107103"/>
                  <a:gd name="connsiteY9" fmla="*/ 109835 h 128587"/>
                  <a:gd name="connsiteX10" fmla="*/ 83898 w 107103"/>
                  <a:gd name="connsiteY10" fmla="*/ 107156 h 128587"/>
                  <a:gd name="connsiteX11" fmla="*/ 83898 w 107103"/>
                  <a:gd name="connsiteY11" fmla="*/ 75902 h 128587"/>
                  <a:gd name="connsiteX12" fmla="*/ 61585 w 107103"/>
                  <a:gd name="connsiteY12" fmla="*/ 75902 h 128587"/>
                  <a:gd name="connsiteX13" fmla="*/ 61585 w 107103"/>
                  <a:gd name="connsiteY13" fmla="*/ 58043 h 128587"/>
                  <a:gd name="connsiteX14" fmla="*/ 106212 w 107103"/>
                  <a:gd name="connsiteY14" fmla="*/ 58043 h 128587"/>
                  <a:gd name="connsiteX15" fmla="*/ 106212 w 107103"/>
                  <a:gd name="connsiteY15" fmla="*/ 121444 h 128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7103" h="128587">
                    <a:moveTo>
                      <a:pt x="107104" y="121444"/>
                    </a:moveTo>
                    <a:cubicBezTo>
                      <a:pt x="99071" y="124123"/>
                      <a:pt x="83898" y="128587"/>
                      <a:pt x="66940" y="128587"/>
                    </a:cubicBezTo>
                    <a:cubicBezTo>
                      <a:pt x="45519" y="128587"/>
                      <a:pt x="29454" y="123230"/>
                      <a:pt x="17851" y="111621"/>
                    </a:cubicBezTo>
                    <a:cubicBezTo>
                      <a:pt x="7140" y="100905"/>
                      <a:pt x="0" y="84832"/>
                      <a:pt x="0" y="65187"/>
                    </a:cubicBezTo>
                    <a:cubicBezTo>
                      <a:pt x="0" y="25896"/>
                      <a:pt x="28561" y="0"/>
                      <a:pt x="69618" y="0"/>
                    </a:cubicBezTo>
                    <a:cubicBezTo>
                      <a:pt x="84791" y="0"/>
                      <a:pt x="97286" y="3572"/>
                      <a:pt x="102641" y="6251"/>
                    </a:cubicBezTo>
                    <a:lnTo>
                      <a:pt x="97286" y="25003"/>
                    </a:lnTo>
                    <a:cubicBezTo>
                      <a:pt x="90146" y="22324"/>
                      <a:pt x="82113" y="19645"/>
                      <a:pt x="68725" y="19645"/>
                    </a:cubicBezTo>
                    <a:cubicBezTo>
                      <a:pt x="41949" y="19645"/>
                      <a:pt x="23206" y="35719"/>
                      <a:pt x="23206" y="64294"/>
                    </a:cubicBezTo>
                    <a:cubicBezTo>
                      <a:pt x="23206" y="92869"/>
                      <a:pt x="41057" y="109835"/>
                      <a:pt x="66940" y="109835"/>
                    </a:cubicBezTo>
                    <a:cubicBezTo>
                      <a:pt x="74973" y="109835"/>
                      <a:pt x="81221" y="108942"/>
                      <a:pt x="83898" y="107156"/>
                    </a:cubicBezTo>
                    <a:lnTo>
                      <a:pt x="83898" y="75902"/>
                    </a:lnTo>
                    <a:lnTo>
                      <a:pt x="61585" y="75902"/>
                    </a:lnTo>
                    <a:lnTo>
                      <a:pt x="61585" y="58043"/>
                    </a:lnTo>
                    <a:lnTo>
                      <a:pt x="106212" y="58043"/>
                    </a:lnTo>
                    <a:lnTo>
                      <a:pt x="106212" y="121444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84A7294D-80F1-7EF3-1100-05BFFDD5F455}"/>
                </a:ext>
              </a:extLst>
            </p:cNvPr>
            <p:cNvSpPr/>
            <p:nvPr/>
          </p:nvSpPr>
          <p:spPr>
            <a:xfrm>
              <a:off x="10835307" y="6421178"/>
              <a:ext cx="6420" cy="176644"/>
            </a:xfrm>
            <a:custGeom>
              <a:avLst/>
              <a:gdLst>
                <a:gd name="connsiteX0" fmla="*/ 0 w 7140"/>
                <a:gd name="connsiteY0" fmla="*/ 0 h 196453"/>
                <a:gd name="connsiteX1" fmla="*/ 7140 w 7140"/>
                <a:gd name="connsiteY1" fmla="*/ 0 h 196453"/>
                <a:gd name="connsiteX2" fmla="*/ 7140 w 7140"/>
                <a:gd name="connsiteY2" fmla="*/ 196453 h 196453"/>
                <a:gd name="connsiteX3" fmla="*/ 0 w 7140"/>
                <a:gd name="connsiteY3" fmla="*/ 196453 h 19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0" h="196453">
                  <a:moveTo>
                    <a:pt x="0" y="0"/>
                  </a:moveTo>
                  <a:lnTo>
                    <a:pt x="7140" y="0"/>
                  </a:lnTo>
                  <a:lnTo>
                    <a:pt x="7140" y="196453"/>
                  </a:lnTo>
                  <a:lnTo>
                    <a:pt x="0" y="196453"/>
                  </a:lnTo>
                  <a:close/>
                </a:path>
              </a:pathLst>
            </a:custGeom>
            <a:solidFill>
              <a:schemeClr val="accent4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26D11D5-0FDC-18D6-BAE7-869D9FB68D9D}"/>
              </a:ext>
            </a:extLst>
          </p:cNvPr>
          <p:cNvSpPr/>
          <p:nvPr userDrawn="1"/>
        </p:nvSpPr>
        <p:spPr>
          <a:xfrm>
            <a:off x="1" y="3079532"/>
            <a:ext cx="144516" cy="1129861"/>
          </a:xfrm>
          <a:prstGeom prst="rect">
            <a:avLst/>
          </a:prstGeom>
          <a:solidFill>
            <a:srgbClr val="007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D817B7-D50E-22BE-1F4B-F89BD2ADE472}"/>
              </a:ext>
            </a:extLst>
          </p:cNvPr>
          <p:cNvSpPr/>
          <p:nvPr userDrawn="1"/>
        </p:nvSpPr>
        <p:spPr>
          <a:xfrm>
            <a:off x="12053048" y="3075050"/>
            <a:ext cx="144516" cy="1129861"/>
          </a:xfrm>
          <a:prstGeom prst="rect">
            <a:avLst/>
          </a:prstGeom>
          <a:solidFill>
            <a:srgbClr val="007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010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8D3D-F70E-3289-2B35-59DEC273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77137-9ACB-2392-9F43-2EEDF7F36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29F6C-3A92-60C2-7C38-BB51DDD5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24824-5D5E-06AD-40B4-0100E6AF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9CF39-A009-6C9D-57C6-372AD557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F71CAB-D296-3B98-3A8C-3B8A18862478}"/>
              </a:ext>
            </a:extLst>
          </p:cNvPr>
          <p:cNvGrpSpPr/>
          <p:nvPr userDrawn="1"/>
        </p:nvGrpSpPr>
        <p:grpSpPr>
          <a:xfrm>
            <a:off x="10222173" y="6419572"/>
            <a:ext cx="1589814" cy="208760"/>
            <a:chOff x="10222173" y="6419572"/>
            <a:chExt cx="1589814" cy="208760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C227B870-D1B7-0988-255F-424B9FC57DEE}"/>
                </a:ext>
              </a:extLst>
            </p:cNvPr>
            <p:cNvSpPr/>
            <p:nvPr/>
          </p:nvSpPr>
          <p:spPr>
            <a:xfrm>
              <a:off x="10222173" y="6419572"/>
              <a:ext cx="568994" cy="208760"/>
            </a:xfrm>
            <a:custGeom>
              <a:avLst/>
              <a:gdLst>
                <a:gd name="connsiteX0" fmla="*/ 64262 w 632805"/>
                <a:gd name="connsiteY0" fmla="*/ 48220 h 232171"/>
                <a:gd name="connsiteX1" fmla="*/ 64262 w 632805"/>
                <a:gd name="connsiteY1" fmla="*/ 64294 h 232171"/>
                <a:gd name="connsiteX2" fmla="*/ 64262 w 632805"/>
                <a:gd name="connsiteY2" fmla="*/ 65187 h 232171"/>
                <a:gd name="connsiteX3" fmla="*/ 64262 w 632805"/>
                <a:gd name="connsiteY3" fmla="*/ 65187 h 232171"/>
                <a:gd name="connsiteX4" fmla="*/ 65155 w 632805"/>
                <a:gd name="connsiteY4" fmla="*/ 63401 h 232171"/>
                <a:gd name="connsiteX5" fmla="*/ 108889 w 632805"/>
                <a:gd name="connsiteY5" fmla="*/ 45541 h 232171"/>
                <a:gd name="connsiteX6" fmla="*/ 149053 w 632805"/>
                <a:gd name="connsiteY6" fmla="*/ 78581 h 232171"/>
                <a:gd name="connsiteX7" fmla="*/ 149053 w 632805"/>
                <a:gd name="connsiteY7" fmla="*/ 168771 h 232171"/>
                <a:gd name="connsiteX8" fmla="*/ 149053 w 632805"/>
                <a:gd name="connsiteY8" fmla="*/ 168771 h 232171"/>
                <a:gd name="connsiteX9" fmla="*/ 149053 w 632805"/>
                <a:gd name="connsiteY9" fmla="*/ 191095 h 232171"/>
                <a:gd name="connsiteX10" fmla="*/ 128525 w 632805"/>
                <a:gd name="connsiteY10" fmla="*/ 191095 h 232171"/>
                <a:gd name="connsiteX11" fmla="*/ 128525 w 632805"/>
                <a:gd name="connsiteY11" fmla="*/ 164306 h 232171"/>
                <a:gd name="connsiteX12" fmla="*/ 128525 w 632805"/>
                <a:gd name="connsiteY12" fmla="*/ 87511 h 232171"/>
                <a:gd name="connsiteX13" fmla="*/ 97286 w 632805"/>
                <a:gd name="connsiteY13" fmla="*/ 59829 h 232171"/>
                <a:gd name="connsiteX14" fmla="*/ 64262 w 632805"/>
                <a:gd name="connsiteY14" fmla="*/ 85725 h 232171"/>
                <a:gd name="connsiteX15" fmla="*/ 64262 w 632805"/>
                <a:gd name="connsiteY15" fmla="*/ 167878 h 232171"/>
                <a:gd name="connsiteX16" fmla="*/ 64262 w 632805"/>
                <a:gd name="connsiteY16" fmla="*/ 168771 h 232171"/>
                <a:gd name="connsiteX17" fmla="*/ 64262 w 632805"/>
                <a:gd name="connsiteY17" fmla="*/ 191095 h 232171"/>
                <a:gd name="connsiteX18" fmla="*/ 43734 w 632805"/>
                <a:gd name="connsiteY18" fmla="*/ 191095 h 232171"/>
                <a:gd name="connsiteX19" fmla="*/ 43734 w 632805"/>
                <a:gd name="connsiteY19" fmla="*/ 167878 h 232171"/>
                <a:gd name="connsiteX20" fmla="*/ 43734 w 632805"/>
                <a:gd name="connsiteY20" fmla="*/ 65187 h 232171"/>
                <a:gd name="connsiteX21" fmla="*/ 43734 w 632805"/>
                <a:gd name="connsiteY21" fmla="*/ 46434 h 232171"/>
                <a:gd name="connsiteX22" fmla="*/ 47304 w 632805"/>
                <a:gd name="connsiteY22" fmla="*/ 46434 h 232171"/>
                <a:gd name="connsiteX23" fmla="*/ 58015 w 632805"/>
                <a:gd name="connsiteY23" fmla="*/ 46434 h 232171"/>
                <a:gd name="connsiteX24" fmla="*/ 64262 w 632805"/>
                <a:gd name="connsiteY24" fmla="*/ 46434 h 232171"/>
                <a:gd name="connsiteX25" fmla="*/ 339163 w 632805"/>
                <a:gd name="connsiteY25" fmla="*/ 164306 h 232171"/>
                <a:gd name="connsiteX26" fmla="*/ 382004 w 632805"/>
                <a:gd name="connsiteY26" fmla="*/ 183952 h 232171"/>
                <a:gd name="connsiteX27" fmla="*/ 413243 w 632805"/>
                <a:gd name="connsiteY27" fmla="*/ 160734 h 232171"/>
                <a:gd name="connsiteX28" fmla="*/ 381112 w 632805"/>
                <a:gd name="connsiteY28" fmla="*/ 131266 h 232171"/>
                <a:gd name="connsiteX29" fmla="*/ 343625 w 632805"/>
                <a:gd name="connsiteY29" fmla="*/ 107156 h 232171"/>
                <a:gd name="connsiteX30" fmla="*/ 344518 w 632805"/>
                <a:gd name="connsiteY30" fmla="*/ 121444 h 232171"/>
                <a:gd name="connsiteX31" fmla="*/ 276685 w 632805"/>
                <a:gd name="connsiteY31" fmla="*/ 197346 h 232171"/>
                <a:gd name="connsiteX32" fmla="*/ 208853 w 632805"/>
                <a:gd name="connsiteY32" fmla="*/ 121444 h 232171"/>
                <a:gd name="connsiteX33" fmla="*/ 237414 w 632805"/>
                <a:gd name="connsiteY33" fmla="*/ 59829 h 232171"/>
                <a:gd name="connsiteX34" fmla="*/ 191002 w 632805"/>
                <a:gd name="connsiteY34" fmla="*/ 59829 h 232171"/>
                <a:gd name="connsiteX35" fmla="*/ 191002 w 632805"/>
                <a:gd name="connsiteY35" fmla="*/ 168771 h 232171"/>
                <a:gd name="connsiteX36" fmla="*/ 191002 w 632805"/>
                <a:gd name="connsiteY36" fmla="*/ 168771 h 232171"/>
                <a:gd name="connsiteX37" fmla="*/ 191002 w 632805"/>
                <a:gd name="connsiteY37" fmla="*/ 191095 h 232171"/>
                <a:gd name="connsiteX38" fmla="*/ 170474 w 632805"/>
                <a:gd name="connsiteY38" fmla="*/ 191095 h 232171"/>
                <a:gd name="connsiteX39" fmla="*/ 170474 w 632805"/>
                <a:gd name="connsiteY39" fmla="*/ 169664 h 232171"/>
                <a:gd name="connsiteX40" fmla="*/ 170474 w 632805"/>
                <a:gd name="connsiteY40" fmla="*/ 168771 h 232171"/>
                <a:gd name="connsiteX41" fmla="*/ 170474 w 632805"/>
                <a:gd name="connsiteY41" fmla="*/ 59829 h 232171"/>
                <a:gd name="connsiteX42" fmla="*/ 152623 w 632805"/>
                <a:gd name="connsiteY42" fmla="*/ 59829 h 232171"/>
                <a:gd name="connsiteX43" fmla="*/ 152623 w 632805"/>
                <a:gd name="connsiteY43" fmla="*/ 46434 h 232171"/>
                <a:gd name="connsiteX44" fmla="*/ 171366 w 632805"/>
                <a:gd name="connsiteY44" fmla="*/ 46434 h 232171"/>
                <a:gd name="connsiteX45" fmla="*/ 214208 w 632805"/>
                <a:gd name="connsiteY45" fmla="*/ 2679 h 232171"/>
                <a:gd name="connsiteX46" fmla="*/ 242769 w 632805"/>
                <a:gd name="connsiteY46" fmla="*/ 6251 h 232171"/>
                <a:gd name="connsiteX47" fmla="*/ 242769 w 632805"/>
                <a:gd name="connsiteY47" fmla="*/ 25003 h 232171"/>
                <a:gd name="connsiteX48" fmla="*/ 242769 w 632805"/>
                <a:gd name="connsiteY48" fmla="*/ 27682 h 232171"/>
                <a:gd name="connsiteX49" fmla="*/ 241876 w 632805"/>
                <a:gd name="connsiteY49" fmla="*/ 27682 h 232171"/>
                <a:gd name="connsiteX50" fmla="*/ 209745 w 632805"/>
                <a:gd name="connsiteY50" fmla="*/ 16073 h 232171"/>
                <a:gd name="connsiteX51" fmla="*/ 190110 w 632805"/>
                <a:gd name="connsiteY51" fmla="*/ 46434 h 232171"/>
                <a:gd name="connsiteX52" fmla="*/ 266867 w 632805"/>
                <a:gd name="connsiteY52" fmla="*/ 46434 h 232171"/>
                <a:gd name="connsiteX53" fmla="*/ 276685 w 632805"/>
                <a:gd name="connsiteY53" fmla="*/ 45541 h 232171"/>
                <a:gd name="connsiteX54" fmla="*/ 338270 w 632805"/>
                <a:gd name="connsiteY54" fmla="*/ 89297 h 232171"/>
                <a:gd name="connsiteX55" fmla="*/ 338270 w 632805"/>
                <a:gd name="connsiteY55" fmla="*/ 84832 h 232171"/>
                <a:gd name="connsiteX56" fmla="*/ 391822 w 632805"/>
                <a:gd name="connsiteY56" fmla="*/ 46434 h 232171"/>
                <a:gd name="connsiteX57" fmla="*/ 394500 w 632805"/>
                <a:gd name="connsiteY57" fmla="*/ 46434 h 232171"/>
                <a:gd name="connsiteX58" fmla="*/ 425738 w 632805"/>
                <a:gd name="connsiteY58" fmla="*/ 51792 h 232171"/>
                <a:gd name="connsiteX59" fmla="*/ 432878 w 632805"/>
                <a:gd name="connsiteY59" fmla="*/ 70545 h 232171"/>
                <a:gd name="connsiteX60" fmla="*/ 441804 w 632805"/>
                <a:gd name="connsiteY60" fmla="*/ 91976 h 232171"/>
                <a:gd name="connsiteX61" fmla="*/ 465010 w 632805"/>
                <a:gd name="connsiteY61" fmla="*/ 148233 h 232171"/>
                <a:gd name="connsiteX62" fmla="*/ 467687 w 632805"/>
                <a:gd name="connsiteY62" fmla="*/ 157163 h 232171"/>
                <a:gd name="connsiteX63" fmla="*/ 470365 w 632805"/>
                <a:gd name="connsiteY63" fmla="*/ 148233 h 232171"/>
                <a:gd name="connsiteX64" fmla="*/ 499818 w 632805"/>
                <a:gd name="connsiteY64" fmla="*/ 75902 h 232171"/>
                <a:gd name="connsiteX65" fmla="*/ 549800 w 632805"/>
                <a:gd name="connsiteY65" fmla="*/ 47327 h 232171"/>
                <a:gd name="connsiteX66" fmla="*/ 580146 w 632805"/>
                <a:gd name="connsiteY66" fmla="*/ 52685 h 232171"/>
                <a:gd name="connsiteX67" fmla="*/ 580146 w 632805"/>
                <a:gd name="connsiteY67" fmla="*/ 74116 h 232171"/>
                <a:gd name="connsiteX68" fmla="*/ 543553 w 632805"/>
                <a:gd name="connsiteY68" fmla="*/ 59829 h 232171"/>
                <a:gd name="connsiteX69" fmla="*/ 515884 w 632805"/>
                <a:gd name="connsiteY69" fmla="*/ 83939 h 232171"/>
                <a:gd name="connsiteX70" fmla="*/ 548908 w 632805"/>
                <a:gd name="connsiteY70" fmla="*/ 112514 h 232171"/>
                <a:gd name="connsiteX71" fmla="*/ 588179 w 632805"/>
                <a:gd name="connsiteY71" fmla="*/ 153591 h 232171"/>
                <a:gd name="connsiteX72" fmla="*/ 532842 w 632805"/>
                <a:gd name="connsiteY72" fmla="*/ 198239 h 232171"/>
                <a:gd name="connsiteX73" fmla="*/ 493571 w 632805"/>
                <a:gd name="connsiteY73" fmla="*/ 187523 h 232171"/>
                <a:gd name="connsiteX74" fmla="*/ 493571 w 632805"/>
                <a:gd name="connsiteY74" fmla="*/ 162520 h 232171"/>
                <a:gd name="connsiteX75" fmla="*/ 494463 w 632805"/>
                <a:gd name="connsiteY75" fmla="*/ 163413 h 232171"/>
                <a:gd name="connsiteX76" fmla="*/ 539090 w 632805"/>
                <a:gd name="connsiteY76" fmla="*/ 183952 h 232171"/>
                <a:gd name="connsiteX77" fmla="*/ 570329 w 632805"/>
                <a:gd name="connsiteY77" fmla="*/ 160734 h 232171"/>
                <a:gd name="connsiteX78" fmla="*/ 538197 w 632805"/>
                <a:gd name="connsiteY78" fmla="*/ 131266 h 232171"/>
                <a:gd name="connsiteX79" fmla="*/ 500711 w 632805"/>
                <a:gd name="connsiteY79" fmla="*/ 102691 h 232171"/>
                <a:gd name="connsiteX80" fmla="*/ 447159 w 632805"/>
                <a:gd name="connsiteY80" fmla="*/ 232172 h 232171"/>
                <a:gd name="connsiteX81" fmla="*/ 427523 w 632805"/>
                <a:gd name="connsiteY81" fmla="*/ 232172 h 232171"/>
                <a:gd name="connsiteX82" fmla="*/ 431986 w 632805"/>
                <a:gd name="connsiteY82" fmla="*/ 223242 h 232171"/>
                <a:gd name="connsiteX83" fmla="*/ 436449 w 632805"/>
                <a:gd name="connsiteY83" fmla="*/ 215206 h 232171"/>
                <a:gd name="connsiteX84" fmla="*/ 436449 w 632805"/>
                <a:gd name="connsiteY84" fmla="*/ 215206 h 232171"/>
                <a:gd name="connsiteX85" fmla="*/ 455192 w 632805"/>
                <a:gd name="connsiteY85" fmla="*/ 175022 h 232171"/>
                <a:gd name="connsiteX86" fmla="*/ 416813 w 632805"/>
                <a:gd name="connsiteY86" fmla="*/ 82153 h 232171"/>
                <a:gd name="connsiteX87" fmla="*/ 415028 w 632805"/>
                <a:gd name="connsiteY87" fmla="*/ 76795 h 232171"/>
                <a:gd name="connsiteX88" fmla="*/ 400747 w 632805"/>
                <a:gd name="connsiteY88" fmla="*/ 60722 h 232171"/>
                <a:gd name="connsiteX89" fmla="*/ 385574 w 632805"/>
                <a:gd name="connsiteY89" fmla="*/ 58043 h 232171"/>
                <a:gd name="connsiteX90" fmla="*/ 357013 w 632805"/>
                <a:gd name="connsiteY90" fmla="*/ 82153 h 232171"/>
                <a:gd name="connsiteX91" fmla="*/ 390929 w 632805"/>
                <a:gd name="connsiteY91" fmla="*/ 110728 h 232171"/>
                <a:gd name="connsiteX92" fmla="*/ 430201 w 632805"/>
                <a:gd name="connsiteY92" fmla="*/ 151805 h 232171"/>
                <a:gd name="connsiteX93" fmla="*/ 374864 w 632805"/>
                <a:gd name="connsiteY93" fmla="*/ 196453 h 232171"/>
                <a:gd name="connsiteX94" fmla="*/ 338270 w 632805"/>
                <a:gd name="connsiteY94" fmla="*/ 187523 h 232171"/>
                <a:gd name="connsiteX95" fmla="*/ 338270 w 632805"/>
                <a:gd name="connsiteY95" fmla="*/ 164306 h 232171"/>
                <a:gd name="connsiteX96" fmla="*/ 434664 w 632805"/>
                <a:gd name="connsiteY96" fmla="*/ 70545 h 232171"/>
                <a:gd name="connsiteX97" fmla="*/ 435556 w 632805"/>
                <a:gd name="connsiteY97" fmla="*/ 73223 h 232171"/>
                <a:gd name="connsiteX98" fmla="*/ 443589 w 632805"/>
                <a:gd name="connsiteY98" fmla="*/ 91976 h 232171"/>
                <a:gd name="connsiteX99" fmla="*/ 434664 w 632805"/>
                <a:gd name="connsiteY99" fmla="*/ 70545 h 232171"/>
                <a:gd name="connsiteX100" fmla="*/ 432878 w 632805"/>
                <a:gd name="connsiteY100" fmla="*/ 224135 h 232171"/>
                <a:gd name="connsiteX101" fmla="*/ 437341 w 632805"/>
                <a:gd name="connsiteY101" fmla="*/ 216098 h 232171"/>
                <a:gd name="connsiteX102" fmla="*/ 432878 w 632805"/>
                <a:gd name="connsiteY102" fmla="*/ 224135 h 232171"/>
                <a:gd name="connsiteX103" fmla="*/ 417705 w 632805"/>
                <a:gd name="connsiteY103" fmla="*/ 82153 h 232171"/>
                <a:gd name="connsiteX104" fmla="*/ 416813 w 632805"/>
                <a:gd name="connsiteY104" fmla="*/ 80367 h 232171"/>
                <a:gd name="connsiteX105" fmla="*/ 417705 w 632805"/>
                <a:gd name="connsiteY105" fmla="*/ 82153 h 232171"/>
                <a:gd name="connsiteX106" fmla="*/ 230274 w 632805"/>
                <a:gd name="connsiteY106" fmla="*/ 123230 h 232171"/>
                <a:gd name="connsiteX107" fmla="*/ 277578 w 632805"/>
                <a:gd name="connsiteY107" fmla="*/ 183952 h 232171"/>
                <a:gd name="connsiteX108" fmla="*/ 323097 w 632805"/>
                <a:gd name="connsiteY108" fmla="*/ 121444 h 232171"/>
                <a:gd name="connsiteX109" fmla="*/ 275793 w 632805"/>
                <a:gd name="connsiteY109" fmla="*/ 60722 h 232171"/>
                <a:gd name="connsiteX110" fmla="*/ 230274 w 632805"/>
                <a:gd name="connsiteY110" fmla="*/ 123230 h 232171"/>
                <a:gd name="connsiteX111" fmla="*/ 0 w 632805"/>
                <a:gd name="connsiteY111" fmla="*/ 26789 h 232171"/>
                <a:gd name="connsiteX112" fmla="*/ 0 w 632805"/>
                <a:gd name="connsiteY112" fmla="*/ 26789 h 232171"/>
                <a:gd name="connsiteX113" fmla="*/ 0 w 632805"/>
                <a:gd name="connsiteY113" fmla="*/ 3572 h 232171"/>
                <a:gd name="connsiteX114" fmla="*/ 22313 w 632805"/>
                <a:gd name="connsiteY114" fmla="*/ 3572 h 232171"/>
                <a:gd name="connsiteX115" fmla="*/ 22313 w 632805"/>
                <a:gd name="connsiteY115" fmla="*/ 25896 h 232171"/>
                <a:gd name="connsiteX116" fmla="*/ 22313 w 632805"/>
                <a:gd name="connsiteY116" fmla="*/ 25896 h 232171"/>
                <a:gd name="connsiteX117" fmla="*/ 22313 w 632805"/>
                <a:gd name="connsiteY117" fmla="*/ 168771 h 232171"/>
                <a:gd name="connsiteX118" fmla="*/ 22313 w 632805"/>
                <a:gd name="connsiteY118" fmla="*/ 169664 h 232171"/>
                <a:gd name="connsiteX119" fmla="*/ 22313 w 632805"/>
                <a:gd name="connsiteY119" fmla="*/ 191988 h 232171"/>
                <a:gd name="connsiteX120" fmla="*/ 0 w 632805"/>
                <a:gd name="connsiteY120" fmla="*/ 191988 h 232171"/>
                <a:gd name="connsiteX121" fmla="*/ 0 w 632805"/>
                <a:gd name="connsiteY121" fmla="*/ 169664 h 232171"/>
                <a:gd name="connsiteX122" fmla="*/ 0 w 632805"/>
                <a:gd name="connsiteY122" fmla="*/ 169664 h 232171"/>
                <a:gd name="connsiteX123" fmla="*/ 0 w 632805"/>
                <a:gd name="connsiteY123" fmla="*/ 26789 h 232171"/>
                <a:gd name="connsiteX124" fmla="*/ 610493 w 632805"/>
                <a:gd name="connsiteY124" fmla="*/ 10716 h 232171"/>
                <a:gd name="connsiteX125" fmla="*/ 614955 w 632805"/>
                <a:gd name="connsiteY125" fmla="*/ 10716 h 232171"/>
                <a:gd name="connsiteX126" fmla="*/ 618525 w 632805"/>
                <a:gd name="connsiteY126" fmla="*/ 13395 h 232171"/>
                <a:gd name="connsiteX127" fmla="*/ 615848 w 632805"/>
                <a:gd name="connsiteY127" fmla="*/ 16073 h 232171"/>
                <a:gd name="connsiteX128" fmla="*/ 611385 w 632805"/>
                <a:gd name="connsiteY128" fmla="*/ 16073 h 232171"/>
                <a:gd name="connsiteX129" fmla="*/ 611385 w 632805"/>
                <a:gd name="connsiteY129" fmla="*/ 10716 h 232171"/>
                <a:gd name="connsiteX130" fmla="*/ 606922 w 632805"/>
                <a:gd name="connsiteY130" fmla="*/ 27682 h 232171"/>
                <a:gd name="connsiteX131" fmla="*/ 610493 w 632805"/>
                <a:gd name="connsiteY131" fmla="*/ 27682 h 232171"/>
                <a:gd name="connsiteX132" fmla="*/ 610493 w 632805"/>
                <a:gd name="connsiteY132" fmla="*/ 19645 h 232171"/>
                <a:gd name="connsiteX133" fmla="*/ 614955 w 632805"/>
                <a:gd name="connsiteY133" fmla="*/ 19645 h 232171"/>
                <a:gd name="connsiteX134" fmla="*/ 618525 w 632805"/>
                <a:gd name="connsiteY134" fmla="*/ 27682 h 232171"/>
                <a:gd name="connsiteX135" fmla="*/ 622988 w 632805"/>
                <a:gd name="connsiteY135" fmla="*/ 27682 h 232171"/>
                <a:gd name="connsiteX136" fmla="*/ 619418 w 632805"/>
                <a:gd name="connsiteY136" fmla="*/ 18752 h 232171"/>
                <a:gd name="connsiteX137" fmla="*/ 622988 w 632805"/>
                <a:gd name="connsiteY137" fmla="*/ 13395 h 232171"/>
                <a:gd name="connsiteX138" fmla="*/ 614955 w 632805"/>
                <a:gd name="connsiteY138" fmla="*/ 7144 h 232171"/>
                <a:gd name="connsiteX139" fmla="*/ 607815 w 632805"/>
                <a:gd name="connsiteY139" fmla="*/ 7144 h 232171"/>
                <a:gd name="connsiteX140" fmla="*/ 607815 w 632805"/>
                <a:gd name="connsiteY140" fmla="*/ 27682 h 232171"/>
                <a:gd name="connsiteX141" fmla="*/ 597105 w 632805"/>
                <a:gd name="connsiteY141" fmla="*/ 17859 h 232171"/>
                <a:gd name="connsiteX142" fmla="*/ 613170 w 632805"/>
                <a:gd name="connsiteY142" fmla="*/ 1786 h 232171"/>
                <a:gd name="connsiteX143" fmla="*/ 629236 w 632805"/>
                <a:gd name="connsiteY143" fmla="*/ 17859 h 232171"/>
                <a:gd name="connsiteX144" fmla="*/ 613170 w 632805"/>
                <a:gd name="connsiteY144" fmla="*/ 33933 h 232171"/>
                <a:gd name="connsiteX145" fmla="*/ 597105 w 632805"/>
                <a:gd name="connsiteY145" fmla="*/ 17859 h 232171"/>
                <a:gd name="connsiteX146" fmla="*/ 614063 w 632805"/>
                <a:gd name="connsiteY146" fmla="*/ 37505 h 232171"/>
                <a:gd name="connsiteX147" fmla="*/ 632806 w 632805"/>
                <a:gd name="connsiteY147" fmla="*/ 18752 h 232171"/>
                <a:gd name="connsiteX148" fmla="*/ 614063 w 632805"/>
                <a:gd name="connsiteY148" fmla="*/ 0 h 232171"/>
                <a:gd name="connsiteX149" fmla="*/ 595319 w 632805"/>
                <a:gd name="connsiteY149" fmla="*/ 18752 h 232171"/>
                <a:gd name="connsiteX150" fmla="*/ 614063 w 632805"/>
                <a:gd name="connsiteY150" fmla="*/ 37505 h 23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632805" h="232171">
                  <a:moveTo>
                    <a:pt x="64262" y="48220"/>
                  </a:moveTo>
                  <a:lnTo>
                    <a:pt x="64262" y="64294"/>
                  </a:lnTo>
                  <a:lnTo>
                    <a:pt x="64262" y="65187"/>
                  </a:lnTo>
                  <a:lnTo>
                    <a:pt x="64262" y="65187"/>
                  </a:lnTo>
                  <a:cubicBezTo>
                    <a:pt x="64262" y="64294"/>
                    <a:pt x="65155" y="64294"/>
                    <a:pt x="65155" y="63401"/>
                  </a:cubicBezTo>
                  <a:cubicBezTo>
                    <a:pt x="73188" y="54471"/>
                    <a:pt x="83898" y="45541"/>
                    <a:pt x="108889" y="45541"/>
                  </a:cubicBezTo>
                  <a:cubicBezTo>
                    <a:pt x="132987" y="45541"/>
                    <a:pt x="148161" y="66080"/>
                    <a:pt x="149053" y="78581"/>
                  </a:cubicBezTo>
                  <a:lnTo>
                    <a:pt x="149053" y="168771"/>
                  </a:lnTo>
                  <a:lnTo>
                    <a:pt x="149053" y="168771"/>
                  </a:lnTo>
                  <a:lnTo>
                    <a:pt x="149053" y="191095"/>
                  </a:lnTo>
                  <a:lnTo>
                    <a:pt x="128525" y="191095"/>
                  </a:lnTo>
                  <a:lnTo>
                    <a:pt x="128525" y="164306"/>
                  </a:lnTo>
                  <a:lnTo>
                    <a:pt x="128525" y="87511"/>
                  </a:lnTo>
                  <a:cubicBezTo>
                    <a:pt x="128525" y="71438"/>
                    <a:pt x="114244" y="59829"/>
                    <a:pt x="97286" y="59829"/>
                  </a:cubicBezTo>
                  <a:cubicBezTo>
                    <a:pt x="83006" y="59829"/>
                    <a:pt x="65155" y="72331"/>
                    <a:pt x="64262" y="85725"/>
                  </a:cubicBezTo>
                  <a:lnTo>
                    <a:pt x="64262" y="167878"/>
                  </a:lnTo>
                  <a:lnTo>
                    <a:pt x="64262" y="168771"/>
                  </a:lnTo>
                  <a:lnTo>
                    <a:pt x="64262" y="191095"/>
                  </a:lnTo>
                  <a:lnTo>
                    <a:pt x="43734" y="191095"/>
                  </a:lnTo>
                  <a:lnTo>
                    <a:pt x="43734" y="167878"/>
                  </a:lnTo>
                  <a:lnTo>
                    <a:pt x="43734" y="65187"/>
                  </a:lnTo>
                  <a:lnTo>
                    <a:pt x="43734" y="46434"/>
                  </a:lnTo>
                  <a:lnTo>
                    <a:pt x="47304" y="46434"/>
                  </a:lnTo>
                  <a:lnTo>
                    <a:pt x="58015" y="46434"/>
                  </a:lnTo>
                  <a:lnTo>
                    <a:pt x="64262" y="46434"/>
                  </a:lnTo>
                  <a:close/>
                  <a:moveTo>
                    <a:pt x="339163" y="164306"/>
                  </a:moveTo>
                  <a:cubicBezTo>
                    <a:pt x="353443" y="176808"/>
                    <a:pt x="365939" y="183952"/>
                    <a:pt x="382004" y="183952"/>
                  </a:cubicBezTo>
                  <a:cubicBezTo>
                    <a:pt x="398070" y="183952"/>
                    <a:pt x="413243" y="175915"/>
                    <a:pt x="413243" y="160734"/>
                  </a:cubicBezTo>
                  <a:cubicBezTo>
                    <a:pt x="413243" y="147340"/>
                    <a:pt x="401640" y="140196"/>
                    <a:pt x="381112" y="131266"/>
                  </a:cubicBezTo>
                  <a:cubicBezTo>
                    <a:pt x="364153" y="124123"/>
                    <a:pt x="350765" y="118765"/>
                    <a:pt x="343625" y="107156"/>
                  </a:cubicBezTo>
                  <a:cubicBezTo>
                    <a:pt x="344518" y="111621"/>
                    <a:pt x="344518" y="116979"/>
                    <a:pt x="344518" y="121444"/>
                  </a:cubicBezTo>
                  <a:cubicBezTo>
                    <a:pt x="344518" y="163413"/>
                    <a:pt x="314172" y="197346"/>
                    <a:pt x="276685" y="197346"/>
                  </a:cubicBezTo>
                  <a:cubicBezTo>
                    <a:pt x="239199" y="197346"/>
                    <a:pt x="208853" y="163413"/>
                    <a:pt x="208853" y="121444"/>
                  </a:cubicBezTo>
                  <a:cubicBezTo>
                    <a:pt x="208853" y="96441"/>
                    <a:pt x="219563" y="73223"/>
                    <a:pt x="237414" y="59829"/>
                  </a:cubicBezTo>
                  <a:lnTo>
                    <a:pt x="191002" y="59829"/>
                  </a:lnTo>
                  <a:lnTo>
                    <a:pt x="191002" y="168771"/>
                  </a:lnTo>
                  <a:lnTo>
                    <a:pt x="191002" y="168771"/>
                  </a:lnTo>
                  <a:lnTo>
                    <a:pt x="191002" y="191095"/>
                  </a:lnTo>
                  <a:lnTo>
                    <a:pt x="170474" y="191095"/>
                  </a:lnTo>
                  <a:lnTo>
                    <a:pt x="170474" y="169664"/>
                  </a:lnTo>
                  <a:cubicBezTo>
                    <a:pt x="170474" y="169664"/>
                    <a:pt x="170474" y="168771"/>
                    <a:pt x="170474" y="168771"/>
                  </a:cubicBezTo>
                  <a:lnTo>
                    <a:pt x="170474" y="59829"/>
                  </a:lnTo>
                  <a:lnTo>
                    <a:pt x="152623" y="59829"/>
                  </a:lnTo>
                  <a:lnTo>
                    <a:pt x="152623" y="46434"/>
                  </a:lnTo>
                  <a:lnTo>
                    <a:pt x="171366" y="46434"/>
                  </a:lnTo>
                  <a:cubicBezTo>
                    <a:pt x="174044" y="18752"/>
                    <a:pt x="191002" y="2679"/>
                    <a:pt x="214208" y="2679"/>
                  </a:cubicBezTo>
                  <a:cubicBezTo>
                    <a:pt x="229381" y="2679"/>
                    <a:pt x="238306" y="4465"/>
                    <a:pt x="242769" y="6251"/>
                  </a:cubicBezTo>
                  <a:lnTo>
                    <a:pt x="242769" y="25003"/>
                  </a:lnTo>
                  <a:cubicBezTo>
                    <a:pt x="242769" y="26789"/>
                    <a:pt x="242769" y="27682"/>
                    <a:pt x="242769" y="27682"/>
                  </a:cubicBezTo>
                  <a:cubicBezTo>
                    <a:pt x="242769" y="27682"/>
                    <a:pt x="241876" y="27682"/>
                    <a:pt x="241876" y="27682"/>
                  </a:cubicBezTo>
                  <a:cubicBezTo>
                    <a:pt x="234736" y="20538"/>
                    <a:pt x="227596" y="16073"/>
                    <a:pt x="209745" y="16073"/>
                  </a:cubicBezTo>
                  <a:cubicBezTo>
                    <a:pt x="196357" y="16073"/>
                    <a:pt x="187432" y="26789"/>
                    <a:pt x="190110" y="46434"/>
                  </a:cubicBezTo>
                  <a:lnTo>
                    <a:pt x="266867" y="46434"/>
                  </a:lnTo>
                  <a:cubicBezTo>
                    <a:pt x="270438" y="45541"/>
                    <a:pt x="273115" y="45541"/>
                    <a:pt x="276685" y="45541"/>
                  </a:cubicBezTo>
                  <a:cubicBezTo>
                    <a:pt x="304354" y="45541"/>
                    <a:pt x="327560" y="63401"/>
                    <a:pt x="338270" y="89297"/>
                  </a:cubicBezTo>
                  <a:cubicBezTo>
                    <a:pt x="338270" y="87511"/>
                    <a:pt x="338270" y="86618"/>
                    <a:pt x="338270" y="84832"/>
                  </a:cubicBezTo>
                  <a:cubicBezTo>
                    <a:pt x="338270" y="58043"/>
                    <a:pt x="364153" y="46434"/>
                    <a:pt x="391822" y="46434"/>
                  </a:cubicBezTo>
                  <a:cubicBezTo>
                    <a:pt x="392715" y="46434"/>
                    <a:pt x="393607" y="46434"/>
                    <a:pt x="394500" y="46434"/>
                  </a:cubicBezTo>
                  <a:cubicBezTo>
                    <a:pt x="404317" y="46434"/>
                    <a:pt x="417705" y="49113"/>
                    <a:pt x="425738" y="51792"/>
                  </a:cubicBezTo>
                  <a:lnTo>
                    <a:pt x="432878" y="70545"/>
                  </a:lnTo>
                  <a:lnTo>
                    <a:pt x="441804" y="91976"/>
                  </a:lnTo>
                  <a:lnTo>
                    <a:pt x="465010" y="148233"/>
                  </a:lnTo>
                  <a:lnTo>
                    <a:pt x="467687" y="157163"/>
                  </a:lnTo>
                  <a:lnTo>
                    <a:pt x="470365" y="148233"/>
                  </a:lnTo>
                  <a:lnTo>
                    <a:pt x="499818" y="75902"/>
                  </a:lnTo>
                  <a:cubicBezTo>
                    <a:pt x="505174" y="56257"/>
                    <a:pt x="526594" y="47327"/>
                    <a:pt x="549800" y="47327"/>
                  </a:cubicBezTo>
                  <a:cubicBezTo>
                    <a:pt x="561403" y="47327"/>
                    <a:pt x="570329" y="49113"/>
                    <a:pt x="580146" y="52685"/>
                  </a:cubicBezTo>
                  <a:lnTo>
                    <a:pt x="580146" y="74116"/>
                  </a:lnTo>
                  <a:cubicBezTo>
                    <a:pt x="567651" y="65187"/>
                    <a:pt x="557833" y="59829"/>
                    <a:pt x="543553" y="59829"/>
                  </a:cubicBezTo>
                  <a:cubicBezTo>
                    <a:pt x="531057" y="59829"/>
                    <a:pt x="515884" y="65187"/>
                    <a:pt x="515884" y="83939"/>
                  </a:cubicBezTo>
                  <a:cubicBezTo>
                    <a:pt x="515884" y="98227"/>
                    <a:pt x="523917" y="100905"/>
                    <a:pt x="548908" y="112514"/>
                  </a:cubicBezTo>
                  <a:cubicBezTo>
                    <a:pt x="569436" y="121444"/>
                    <a:pt x="588179" y="131266"/>
                    <a:pt x="588179" y="153591"/>
                  </a:cubicBezTo>
                  <a:cubicBezTo>
                    <a:pt x="588179" y="191095"/>
                    <a:pt x="550693" y="197346"/>
                    <a:pt x="532842" y="198239"/>
                  </a:cubicBezTo>
                  <a:cubicBezTo>
                    <a:pt x="516777" y="198239"/>
                    <a:pt x="501604" y="194667"/>
                    <a:pt x="493571" y="187523"/>
                  </a:cubicBezTo>
                  <a:lnTo>
                    <a:pt x="493571" y="162520"/>
                  </a:lnTo>
                  <a:lnTo>
                    <a:pt x="494463" y="163413"/>
                  </a:lnTo>
                  <a:cubicBezTo>
                    <a:pt x="508744" y="176808"/>
                    <a:pt x="522132" y="183952"/>
                    <a:pt x="539090" y="183952"/>
                  </a:cubicBezTo>
                  <a:cubicBezTo>
                    <a:pt x="556048" y="183952"/>
                    <a:pt x="570329" y="175915"/>
                    <a:pt x="570329" y="160734"/>
                  </a:cubicBezTo>
                  <a:cubicBezTo>
                    <a:pt x="570329" y="147340"/>
                    <a:pt x="558726" y="140196"/>
                    <a:pt x="538197" y="131266"/>
                  </a:cubicBezTo>
                  <a:cubicBezTo>
                    <a:pt x="518562" y="122337"/>
                    <a:pt x="506066" y="116979"/>
                    <a:pt x="500711" y="102691"/>
                  </a:cubicBezTo>
                  <a:cubicBezTo>
                    <a:pt x="492678" y="122337"/>
                    <a:pt x="455192" y="212527"/>
                    <a:pt x="447159" y="232172"/>
                  </a:cubicBezTo>
                  <a:lnTo>
                    <a:pt x="427523" y="232172"/>
                  </a:lnTo>
                  <a:lnTo>
                    <a:pt x="431986" y="223242"/>
                  </a:lnTo>
                  <a:lnTo>
                    <a:pt x="436449" y="215206"/>
                  </a:lnTo>
                  <a:lnTo>
                    <a:pt x="436449" y="215206"/>
                  </a:lnTo>
                  <a:cubicBezTo>
                    <a:pt x="441804" y="205383"/>
                    <a:pt x="448944" y="190202"/>
                    <a:pt x="455192" y="175022"/>
                  </a:cubicBezTo>
                  <a:lnTo>
                    <a:pt x="416813" y="82153"/>
                  </a:lnTo>
                  <a:cubicBezTo>
                    <a:pt x="416813" y="81260"/>
                    <a:pt x="415920" y="80367"/>
                    <a:pt x="415028" y="76795"/>
                  </a:cubicBezTo>
                  <a:cubicBezTo>
                    <a:pt x="412350" y="69652"/>
                    <a:pt x="409673" y="63401"/>
                    <a:pt x="400747" y="60722"/>
                  </a:cubicBezTo>
                  <a:cubicBezTo>
                    <a:pt x="396285" y="58936"/>
                    <a:pt x="391822" y="58043"/>
                    <a:pt x="385574" y="58043"/>
                  </a:cubicBezTo>
                  <a:cubicBezTo>
                    <a:pt x="373079" y="58043"/>
                    <a:pt x="357013" y="63401"/>
                    <a:pt x="357013" y="82153"/>
                  </a:cubicBezTo>
                  <a:cubicBezTo>
                    <a:pt x="357013" y="96441"/>
                    <a:pt x="365939" y="99120"/>
                    <a:pt x="390929" y="110728"/>
                  </a:cubicBezTo>
                  <a:cubicBezTo>
                    <a:pt x="411458" y="119658"/>
                    <a:pt x="430201" y="129480"/>
                    <a:pt x="430201" y="151805"/>
                  </a:cubicBezTo>
                  <a:cubicBezTo>
                    <a:pt x="430201" y="189309"/>
                    <a:pt x="392715" y="195560"/>
                    <a:pt x="374864" y="196453"/>
                  </a:cubicBezTo>
                  <a:cubicBezTo>
                    <a:pt x="360583" y="196453"/>
                    <a:pt x="347195" y="192881"/>
                    <a:pt x="338270" y="187523"/>
                  </a:cubicBezTo>
                  <a:lnTo>
                    <a:pt x="338270" y="164306"/>
                  </a:lnTo>
                  <a:close/>
                  <a:moveTo>
                    <a:pt x="434664" y="70545"/>
                  </a:moveTo>
                  <a:cubicBezTo>
                    <a:pt x="434664" y="71438"/>
                    <a:pt x="435556" y="72331"/>
                    <a:pt x="435556" y="73223"/>
                  </a:cubicBezTo>
                  <a:lnTo>
                    <a:pt x="443589" y="91976"/>
                  </a:lnTo>
                  <a:lnTo>
                    <a:pt x="434664" y="70545"/>
                  </a:lnTo>
                  <a:close/>
                  <a:moveTo>
                    <a:pt x="432878" y="224135"/>
                  </a:moveTo>
                  <a:cubicBezTo>
                    <a:pt x="433771" y="222349"/>
                    <a:pt x="435556" y="219670"/>
                    <a:pt x="437341" y="216098"/>
                  </a:cubicBezTo>
                  <a:lnTo>
                    <a:pt x="432878" y="224135"/>
                  </a:lnTo>
                  <a:close/>
                  <a:moveTo>
                    <a:pt x="417705" y="82153"/>
                  </a:moveTo>
                  <a:cubicBezTo>
                    <a:pt x="418598" y="83046"/>
                    <a:pt x="416813" y="80367"/>
                    <a:pt x="416813" y="80367"/>
                  </a:cubicBezTo>
                  <a:lnTo>
                    <a:pt x="417705" y="82153"/>
                  </a:lnTo>
                  <a:close/>
                  <a:moveTo>
                    <a:pt x="230274" y="123230"/>
                  </a:moveTo>
                  <a:cubicBezTo>
                    <a:pt x="231166" y="157163"/>
                    <a:pt x="252587" y="184845"/>
                    <a:pt x="277578" y="183952"/>
                  </a:cubicBezTo>
                  <a:cubicBezTo>
                    <a:pt x="303461" y="183059"/>
                    <a:pt x="323990" y="155377"/>
                    <a:pt x="323097" y="121444"/>
                  </a:cubicBezTo>
                  <a:cubicBezTo>
                    <a:pt x="322204" y="87511"/>
                    <a:pt x="300784" y="59829"/>
                    <a:pt x="275793" y="60722"/>
                  </a:cubicBezTo>
                  <a:cubicBezTo>
                    <a:pt x="249909" y="60722"/>
                    <a:pt x="229381" y="89297"/>
                    <a:pt x="230274" y="123230"/>
                  </a:cubicBezTo>
                  <a:moveTo>
                    <a:pt x="0" y="26789"/>
                  </a:moveTo>
                  <a:lnTo>
                    <a:pt x="0" y="26789"/>
                  </a:lnTo>
                  <a:lnTo>
                    <a:pt x="0" y="3572"/>
                  </a:lnTo>
                  <a:lnTo>
                    <a:pt x="22313" y="3572"/>
                  </a:lnTo>
                  <a:lnTo>
                    <a:pt x="22313" y="25896"/>
                  </a:lnTo>
                  <a:lnTo>
                    <a:pt x="22313" y="25896"/>
                  </a:lnTo>
                  <a:lnTo>
                    <a:pt x="22313" y="168771"/>
                  </a:lnTo>
                  <a:lnTo>
                    <a:pt x="22313" y="169664"/>
                  </a:lnTo>
                  <a:lnTo>
                    <a:pt x="22313" y="191988"/>
                  </a:lnTo>
                  <a:lnTo>
                    <a:pt x="0" y="191988"/>
                  </a:lnTo>
                  <a:lnTo>
                    <a:pt x="0" y="169664"/>
                  </a:lnTo>
                  <a:lnTo>
                    <a:pt x="0" y="169664"/>
                  </a:lnTo>
                  <a:lnTo>
                    <a:pt x="0" y="26789"/>
                  </a:lnTo>
                  <a:close/>
                  <a:moveTo>
                    <a:pt x="610493" y="10716"/>
                  </a:moveTo>
                  <a:lnTo>
                    <a:pt x="614955" y="10716"/>
                  </a:lnTo>
                  <a:cubicBezTo>
                    <a:pt x="616740" y="10716"/>
                    <a:pt x="618525" y="11609"/>
                    <a:pt x="618525" y="13395"/>
                  </a:cubicBezTo>
                  <a:cubicBezTo>
                    <a:pt x="618525" y="15181"/>
                    <a:pt x="616740" y="16073"/>
                    <a:pt x="615848" y="16073"/>
                  </a:cubicBezTo>
                  <a:lnTo>
                    <a:pt x="611385" y="16073"/>
                  </a:lnTo>
                  <a:lnTo>
                    <a:pt x="611385" y="10716"/>
                  </a:lnTo>
                  <a:close/>
                  <a:moveTo>
                    <a:pt x="606922" y="27682"/>
                  </a:moveTo>
                  <a:lnTo>
                    <a:pt x="610493" y="27682"/>
                  </a:lnTo>
                  <a:lnTo>
                    <a:pt x="610493" y="19645"/>
                  </a:lnTo>
                  <a:lnTo>
                    <a:pt x="614955" y="19645"/>
                  </a:lnTo>
                  <a:lnTo>
                    <a:pt x="618525" y="27682"/>
                  </a:lnTo>
                  <a:lnTo>
                    <a:pt x="622988" y="27682"/>
                  </a:lnTo>
                  <a:lnTo>
                    <a:pt x="619418" y="18752"/>
                  </a:lnTo>
                  <a:cubicBezTo>
                    <a:pt x="620310" y="17859"/>
                    <a:pt x="622988" y="16966"/>
                    <a:pt x="622988" y="13395"/>
                  </a:cubicBezTo>
                  <a:cubicBezTo>
                    <a:pt x="622988" y="7144"/>
                    <a:pt x="618525" y="7144"/>
                    <a:pt x="614955" y="7144"/>
                  </a:cubicBezTo>
                  <a:lnTo>
                    <a:pt x="607815" y="7144"/>
                  </a:lnTo>
                  <a:lnTo>
                    <a:pt x="607815" y="27682"/>
                  </a:lnTo>
                  <a:close/>
                  <a:moveTo>
                    <a:pt x="597105" y="17859"/>
                  </a:moveTo>
                  <a:cubicBezTo>
                    <a:pt x="597105" y="8930"/>
                    <a:pt x="604245" y="1786"/>
                    <a:pt x="613170" y="1786"/>
                  </a:cubicBezTo>
                  <a:cubicBezTo>
                    <a:pt x="622095" y="1786"/>
                    <a:pt x="629236" y="8930"/>
                    <a:pt x="629236" y="17859"/>
                  </a:cubicBezTo>
                  <a:cubicBezTo>
                    <a:pt x="629236" y="26789"/>
                    <a:pt x="622095" y="33933"/>
                    <a:pt x="613170" y="33933"/>
                  </a:cubicBezTo>
                  <a:cubicBezTo>
                    <a:pt x="605137" y="33933"/>
                    <a:pt x="597105" y="26789"/>
                    <a:pt x="597105" y="17859"/>
                  </a:cubicBezTo>
                  <a:moveTo>
                    <a:pt x="614063" y="37505"/>
                  </a:moveTo>
                  <a:cubicBezTo>
                    <a:pt x="624773" y="37505"/>
                    <a:pt x="632806" y="28575"/>
                    <a:pt x="632806" y="18752"/>
                  </a:cubicBezTo>
                  <a:cubicBezTo>
                    <a:pt x="632806" y="8037"/>
                    <a:pt x="623881" y="0"/>
                    <a:pt x="614063" y="0"/>
                  </a:cubicBezTo>
                  <a:cubicBezTo>
                    <a:pt x="603352" y="0"/>
                    <a:pt x="595319" y="8930"/>
                    <a:pt x="595319" y="18752"/>
                  </a:cubicBezTo>
                  <a:cubicBezTo>
                    <a:pt x="594427" y="28575"/>
                    <a:pt x="603352" y="37505"/>
                    <a:pt x="614063" y="37505"/>
                  </a:cubicBezTo>
                </a:path>
              </a:pathLst>
            </a:custGeom>
            <a:solidFill>
              <a:schemeClr val="accent1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9" name="Graphic 27">
              <a:extLst>
                <a:ext uri="{FF2B5EF4-FFF2-40B4-BE49-F238E27FC236}">
                  <a16:creationId xmlns:a16="http://schemas.microsoft.com/office/drawing/2014/main" id="{D9729711-3923-4557-1F99-EBBDBE89A695}"/>
                </a:ext>
              </a:extLst>
            </p:cNvPr>
            <p:cNvGrpSpPr/>
            <p:nvPr/>
          </p:nvGrpSpPr>
          <p:grpSpPr>
            <a:xfrm>
              <a:off x="10889077" y="6475777"/>
              <a:ext cx="922910" cy="118030"/>
              <a:chOff x="5673009" y="1856926"/>
              <a:chExt cx="1026412" cy="131266"/>
            </a:xfrm>
            <a:solidFill>
              <a:schemeClr val="accent4"/>
            </a:solidFill>
          </p:grpSpPr>
          <p:sp>
            <p:nvSpPr>
              <p:cNvPr id="11" name="Freeform 9">
                <a:extLst>
                  <a:ext uri="{FF2B5EF4-FFF2-40B4-BE49-F238E27FC236}">
                    <a16:creationId xmlns:a16="http://schemas.microsoft.com/office/drawing/2014/main" id="{648ADE96-0A2B-0589-57C0-6A5478BE623D}"/>
                  </a:ext>
                </a:extLst>
              </p:cNvPr>
              <p:cNvSpPr/>
              <p:nvPr/>
            </p:nvSpPr>
            <p:spPr>
              <a:xfrm>
                <a:off x="5673009" y="1856926"/>
                <a:ext cx="97286" cy="129480"/>
              </a:xfrm>
              <a:custGeom>
                <a:avLst/>
                <a:gdLst>
                  <a:gd name="connsiteX0" fmla="*/ 96394 w 97286"/>
                  <a:gd name="connsiteY0" fmla="*/ 124123 h 129480"/>
                  <a:gd name="connsiteX1" fmla="*/ 64262 w 97286"/>
                  <a:gd name="connsiteY1" fmla="*/ 129480 h 129480"/>
                  <a:gd name="connsiteX2" fmla="*/ 0 w 97286"/>
                  <a:gd name="connsiteY2" fmla="*/ 66080 h 129480"/>
                  <a:gd name="connsiteX3" fmla="*/ 66940 w 97286"/>
                  <a:gd name="connsiteY3" fmla="*/ 0 h 129480"/>
                  <a:gd name="connsiteX4" fmla="*/ 97286 w 97286"/>
                  <a:gd name="connsiteY4" fmla="*/ 5358 h 129480"/>
                  <a:gd name="connsiteX5" fmla="*/ 91931 w 97286"/>
                  <a:gd name="connsiteY5" fmla="*/ 23217 h 129480"/>
                  <a:gd name="connsiteX6" fmla="*/ 67832 w 97286"/>
                  <a:gd name="connsiteY6" fmla="*/ 18752 h 129480"/>
                  <a:gd name="connsiteX7" fmla="*/ 24098 w 97286"/>
                  <a:gd name="connsiteY7" fmla="*/ 65187 h 129480"/>
                  <a:gd name="connsiteX8" fmla="*/ 67832 w 97286"/>
                  <a:gd name="connsiteY8" fmla="*/ 110728 h 129480"/>
                  <a:gd name="connsiteX9" fmla="*/ 92823 w 97286"/>
                  <a:gd name="connsiteY9" fmla="*/ 106263 h 129480"/>
                  <a:gd name="connsiteX10" fmla="*/ 96394 w 97286"/>
                  <a:gd name="connsiteY10" fmla="*/ 124123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9480">
                    <a:moveTo>
                      <a:pt x="96394" y="124123"/>
                    </a:moveTo>
                    <a:cubicBezTo>
                      <a:pt x="91038" y="126802"/>
                      <a:pt x="79435" y="129480"/>
                      <a:pt x="64262" y="129480"/>
                    </a:cubicBezTo>
                    <a:cubicBezTo>
                      <a:pt x="24098" y="129480"/>
                      <a:pt x="0" y="104477"/>
                      <a:pt x="0" y="66080"/>
                    </a:cubicBezTo>
                    <a:cubicBezTo>
                      <a:pt x="0" y="25003"/>
                      <a:pt x="28561" y="0"/>
                      <a:pt x="66940" y="0"/>
                    </a:cubicBezTo>
                    <a:cubicBezTo>
                      <a:pt x="82113" y="0"/>
                      <a:pt x="92823" y="3572"/>
                      <a:pt x="97286" y="5358"/>
                    </a:cubicBezTo>
                    <a:lnTo>
                      <a:pt x="91931" y="23217"/>
                    </a:lnTo>
                    <a:cubicBezTo>
                      <a:pt x="85683" y="20538"/>
                      <a:pt x="77650" y="18752"/>
                      <a:pt x="67832" y="18752"/>
                    </a:cubicBezTo>
                    <a:cubicBezTo>
                      <a:pt x="41949" y="18752"/>
                      <a:pt x="24098" y="34826"/>
                      <a:pt x="24098" y="65187"/>
                    </a:cubicBezTo>
                    <a:cubicBezTo>
                      <a:pt x="24098" y="92869"/>
                      <a:pt x="40164" y="110728"/>
                      <a:pt x="67832" y="110728"/>
                    </a:cubicBezTo>
                    <a:cubicBezTo>
                      <a:pt x="76758" y="110728"/>
                      <a:pt x="86576" y="108942"/>
                      <a:pt x="92823" y="106263"/>
                    </a:cubicBezTo>
                    <a:lnTo>
                      <a:pt x="96394" y="124123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10">
                <a:extLst>
                  <a:ext uri="{FF2B5EF4-FFF2-40B4-BE49-F238E27FC236}">
                    <a16:creationId xmlns:a16="http://schemas.microsoft.com/office/drawing/2014/main" id="{55BB2F7E-9B95-4D01-EC3B-03B9B5A966DD}"/>
                  </a:ext>
                </a:extLst>
              </p:cNvPr>
              <p:cNvSpPr/>
              <p:nvPr/>
            </p:nvSpPr>
            <p:spPr>
              <a:xfrm>
                <a:off x="5779220" y="1858691"/>
                <a:ext cx="117814" cy="128608"/>
              </a:xfrm>
              <a:custGeom>
                <a:avLst/>
                <a:gdLst>
                  <a:gd name="connsiteX0" fmla="*/ 117814 w 117814"/>
                  <a:gd name="connsiteY0" fmla="*/ 62529 h 128608"/>
                  <a:gd name="connsiteX1" fmla="*/ 58015 w 117814"/>
                  <a:gd name="connsiteY1" fmla="*/ 128609 h 128608"/>
                  <a:gd name="connsiteX2" fmla="*/ 0 w 117814"/>
                  <a:gd name="connsiteY2" fmla="*/ 65208 h 128608"/>
                  <a:gd name="connsiteX3" fmla="*/ 59800 w 117814"/>
                  <a:gd name="connsiteY3" fmla="*/ 21 h 128608"/>
                  <a:gd name="connsiteX4" fmla="*/ 117814 w 117814"/>
                  <a:gd name="connsiteY4" fmla="*/ 62529 h 128608"/>
                  <a:gd name="connsiteX5" fmla="*/ 24098 w 117814"/>
                  <a:gd name="connsiteY5" fmla="*/ 64315 h 128608"/>
                  <a:gd name="connsiteX6" fmla="*/ 58907 w 117814"/>
                  <a:gd name="connsiteY6" fmla="*/ 109856 h 128608"/>
                  <a:gd name="connsiteX7" fmla="*/ 93716 w 117814"/>
                  <a:gd name="connsiteY7" fmla="*/ 63422 h 128608"/>
                  <a:gd name="connsiteX8" fmla="*/ 58907 w 117814"/>
                  <a:gd name="connsiteY8" fmla="*/ 16987 h 128608"/>
                  <a:gd name="connsiteX9" fmla="*/ 24098 w 117814"/>
                  <a:gd name="connsiteY9" fmla="*/ 64315 h 128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814" h="128608">
                    <a:moveTo>
                      <a:pt x="117814" y="62529"/>
                    </a:moveTo>
                    <a:cubicBezTo>
                      <a:pt x="117814" y="104498"/>
                      <a:pt x="91931" y="128609"/>
                      <a:pt x="58015" y="128609"/>
                    </a:cubicBezTo>
                    <a:cubicBezTo>
                      <a:pt x="22313" y="128609"/>
                      <a:pt x="0" y="101819"/>
                      <a:pt x="0" y="65208"/>
                    </a:cubicBezTo>
                    <a:cubicBezTo>
                      <a:pt x="0" y="26810"/>
                      <a:pt x="24098" y="21"/>
                      <a:pt x="59800" y="21"/>
                    </a:cubicBezTo>
                    <a:cubicBezTo>
                      <a:pt x="95501" y="-872"/>
                      <a:pt x="117814" y="26810"/>
                      <a:pt x="117814" y="62529"/>
                    </a:cubicBezTo>
                    <a:close/>
                    <a:moveTo>
                      <a:pt x="24098" y="64315"/>
                    </a:moveTo>
                    <a:cubicBezTo>
                      <a:pt x="24098" y="90211"/>
                      <a:pt x="36594" y="109856"/>
                      <a:pt x="58907" y="109856"/>
                    </a:cubicBezTo>
                    <a:cubicBezTo>
                      <a:pt x="81221" y="109856"/>
                      <a:pt x="93716" y="89318"/>
                      <a:pt x="93716" y="63422"/>
                    </a:cubicBezTo>
                    <a:cubicBezTo>
                      <a:pt x="93716" y="40205"/>
                      <a:pt x="82113" y="16987"/>
                      <a:pt x="58907" y="16987"/>
                    </a:cubicBezTo>
                    <a:cubicBezTo>
                      <a:pt x="35701" y="16987"/>
                      <a:pt x="24098" y="38419"/>
                      <a:pt x="24098" y="64315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A4B0C712-52C1-D680-DC8F-5EFE10ADE385}"/>
                  </a:ext>
                </a:extLst>
              </p:cNvPr>
              <p:cNvSpPr/>
              <p:nvPr/>
            </p:nvSpPr>
            <p:spPr>
              <a:xfrm>
                <a:off x="5913100" y="1859605"/>
                <a:ext cx="99070" cy="125015"/>
              </a:xfrm>
              <a:custGeom>
                <a:avLst/>
                <a:gdLst>
                  <a:gd name="connsiteX0" fmla="*/ 0 w 99070"/>
                  <a:gd name="connsiteY0" fmla="*/ 125016 h 125015"/>
                  <a:gd name="connsiteX1" fmla="*/ 0 w 99070"/>
                  <a:gd name="connsiteY1" fmla="*/ 0 h 125015"/>
                  <a:gd name="connsiteX2" fmla="*/ 25883 w 99070"/>
                  <a:gd name="connsiteY2" fmla="*/ 0 h 125015"/>
                  <a:gd name="connsiteX3" fmla="*/ 58015 w 99070"/>
                  <a:gd name="connsiteY3" fmla="*/ 53578 h 125015"/>
                  <a:gd name="connsiteX4" fmla="*/ 79435 w 99070"/>
                  <a:gd name="connsiteY4" fmla="*/ 95548 h 125015"/>
                  <a:gd name="connsiteX5" fmla="*/ 79435 w 99070"/>
                  <a:gd name="connsiteY5" fmla="*/ 95548 h 125015"/>
                  <a:gd name="connsiteX6" fmla="*/ 77650 w 99070"/>
                  <a:gd name="connsiteY6" fmla="*/ 43755 h 125015"/>
                  <a:gd name="connsiteX7" fmla="*/ 77650 w 99070"/>
                  <a:gd name="connsiteY7" fmla="*/ 0 h 125015"/>
                  <a:gd name="connsiteX8" fmla="*/ 99071 w 99070"/>
                  <a:gd name="connsiteY8" fmla="*/ 0 h 125015"/>
                  <a:gd name="connsiteX9" fmla="*/ 99071 w 99070"/>
                  <a:gd name="connsiteY9" fmla="*/ 125016 h 125015"/>
                  <a:gd name="connsiteX10" fmla="*/ 75865 w 99070"/>
                  <a:gd name="connsiteY10" fmla="*/ 125016 h 125015"/>
                  <a:gd name="connsiteX11" fmla="*/ 42841 w 99070"/>
                  <a:gd name="connsiteY11" fmla="*/ 69652 h 125015"/>
                  <a:gd name="connsiteX12" fmla="*/ 20528 w 99070"/>
                  <a:gd name="connsiteY12" fmla="*/ 26789 h 125015"/>
                  <a:gd name="connsiteX13" fmla="*/ 19636 w 99070"/>
                  <a:gd name="connsiteY13" fmla="*/ 26789 h 125015"/>
                  <a:gd name="connsiteX14" fmla="*/ 20528 w 99070"/>
                  <a:gd name="connsiteY14" fmla="*/ 80367 h 125015"/>
                  <a:gd name="connsiteX15" fmla="*/ 20528 w 99070"/>
                  <a:gd name="connsiteY15" fmla="*/ 125016 h 125015"/>
                  <a:gd name="connsiteX16" fmla="*/ 0 w 99070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0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3" y="0"/>
                    </a:lnTo>
                    <a:lnTo>
                      <a:pt x="58015" y="53578"/>
                    </a:lnTo>
                    <a:cubicBezTo>
                      <a:pt x="66047" y="67866"/>
                      <a:pt x="73188" y="82153"/>
                      <a:pt x="79435" y="95548"/>
                    </a:cubicBezTo>
                    <a:lnTo>
                      <a:pt x="79435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1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FB854A33-95AF-B752-8E47-8F3B96E52EE7}"/>
                  </a:ext>
                </a:extLst>
              </p:cNvPr>
              <p:cNvSpPr/>
              <p:nvPr/>
            </p:nvSpPr>
            <p:spPr>
              <a:xfrm>
                <a:off x="6030915" y="1858712"/>
                <a:ext cx="81220" cy="129480"/>
              </a:xfrm>
              <a:custGeom>
                <a:avLst/>
                <a:gdLst>
                  <a:gd name="connsiteX0" fmla="*/ 3570 w 81220"/>
                  <a:gd name="connsiteY0" fmla="*/ 101798 h 129480"/>
                  <a:gd name="connsiteX1" fmla="*/ 33916 w 81220"/>
                  <a:gd name="connsiteY1" fmla="*/ 109835 h 129480"/>
                  <a:gd name="connsiteX2" fmla="*/ 57122 w 81220"/>
                  <a:gd name="connsiteY2" fmla="*/ 92869 h 129480"/>
                  <a:gd name="connsiteX3" fmla="*/ 34809 w 81220"/>
                  <a:gd name="connsiteY3" fmla="*/ 72330 h 129480"/>
                  <a:gd name="connsiteX4" fmla="*/ 893 w 81220"/>
                  <a:gd name="connsiteY4" fmla="*/ 35719 h 129480"/>
                  <a:gd name="connsiteX5" fmla="*/ 45519 w 81220"/>
                  <a:gd name="connsiteY5" fmla="*/ 0 h 129480"/>
                  <a:gd name="connsiteX6" fmla="*/ 75865 w 81220"/>
                  <a:gd name="connsiteY6" fmla="*/ 6251 h 129480"/>
                  <a:gd name="connsiteX7" fmla="*/ 70510 w 81220"/>
                  <a:gd name="connsiteY7" fmla="*/ 25003 h 129480"/>
                  <a:gd name="connsiteX8" fmla="*/ 45519 w 81220"/>
                  <a:gd name="connsiteY8" fmla="*/ 18752 h 129480"/>
                  <a:gd name="connsiteX9" fmla="*/ 24991 w 81220"/>
                  <a:gd name="connsiteY9" fmla="*/ 33933 h 129480"/>
                  <a:gd name="connsiteX10" fmla="*/ 49089 w 81220"/>
                  <a:gd name="connsiteY10" fmla="*/ 54471 h 129480"/>
                  <a:gd name="connsiteX11" fmla="*/ 81221 w 81220"/>
                  <a:gd name="connsiteY11" fmla="*/ 91976 h 129480"/>
                  <a:gd name="connsiteX12" fmla="*/ 33916 w 81220"/>
                  <a:gd name="connsiteY12" fmla="*/ 129480 h 129480"/>
                  <a:gd name="connsiteX13" fmla="*/ 0 w 81220"/>
                  <a:gd name="connsiteY13" fmla="*/ 121444 h 129480"/>
                  <a:gd name="connsiteX14" fmla="*/ 3570 w 81220"/>
                  <a:gd name="connsiteY14" fmla="*/ 101798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20" h="129480">
                    <a:moveTo>
                      <a:pt x="3570" y="101798"/>
                    </a:moveTo>
                    <a:cubicBezTo>
                      <a:pt x="10711" y="106263"/>
                      <a:pt x="22313" y="109835"/>
                      <a:pt x="33916" y="109835"/>
                    </a:cubicBezTo>
                    <a:cubicBezTo>
                      <a:pt x="48197" y="109835"/>
                      <a:pt x="57122" y="102691"/>
                      <a:pt x="57122" y="92869"/>
                    </a:cubicBezTo>
                    <a:cubicBezTo>
                      <a:pt x="57122" y="83046"/>
                      <a:pt x="50874" y="77688"/>
                      <a:pt x="34809" y="72330"/>
                    </a:cubicBezTo>
                    <a:cubicBezTo>
                      <a:pt x="14281" y="65187"/>
                      <a:pt x="893" y="53578"/>
                      <a:pt x="893" y="35719"/>
                    </a:cubicBezTo>
                    <a:cubicBezTo>
                      <a:pt x="893" y="15180"/>
                      <a:pt x="17851" y="0"/>
                      <a:pt x="45519" y="0"/>
                    </a:cubicBezTo>
                    <a:cubicBezTo>
                      <a:pt x="58907" y="0"/>
                      <a:pt x="68725" y="2679"/>
                      <a:pt x="75865" y="6251"/>
                    </a:cubicBezTo>
                    <a:lnTo>
                      <a:pt x="70510" y="25003"/>
                    </a:lnTo>
                    <a:cubicBezTo>
                      <a:pt x="66047" y="22324"/>
                      <a:pt x="57122" y="18752"/>
                      <a:pt x="45519" y="18752"/>
                    </a:cubicBezTo>
                    <a:cubicBezTo>
                      <a:pt x="31239" y="18752"/>
                      <a:pt x="24991" y="26789"/>
                      <a:pt x="24991" y="33933"/>
                    </a:cubicBezTo>
                    <a:cubicBezTo>
                      <a:pt x="24991" y="43755"/>
                      <a:pt x="32131" y="48220"/>
                      <a:pt x="49089" y="54471"/>
                    </a:cubicBezTo>
                    <a:cubicBezTo>
                      <a:pt x="70510" y="62508"/>
                      <a:pt x="81221" y="73223"/>
                      <a:pt x="81221" y="91976"/>
                    </a:cubicBezTo>
                    <a:cubicBezTo>
                      <a:pt x="81221" y="111621"/>
                      <a:pt x="66047" y="129480"/>
                      <a:pt x="33916" y="129480"/>
                    </a:cubicBezTo>
                    <a:cubicBezTo>
                      <a:pt x="20528" y="129480"/>
                      <a:pt x="7140" y="125909"/>
                      <a:pt x="0" y="121444"/>
                    </a:cubicBezTo>
                    <a:lnTo>
                      <a:pt x="3570" y="101798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" name="Freeform 13">
                <a:extLst>
                  <a:ext uri="{FF2B5EF4-FFF2-40B4-BE49-F238E27FC236}">
                    <a16:creationId xmlns:a16="http://schemas.microsoft.com/office/drawing/2014/main" id="{F7ADC1AB-5A46-BB70-D1E2-D863CC1D2D0B}"/>
                  </a:ext>
                </a:extLst>
              </p:cNvPr>
              <p:cNvSpPr/>
              <p:nvPr/>
            </p:nvSpPr>
            <p:spPr>
              <a:xfrm>
                <a:off x="6129093" y="1859605"/>
                <a:ext cx="97286" cy="126801"/>
              </a:xfrm>
              <a:custGeom>
                <a:avLst/>
                <a:gdLst>
                  <a:gd name="connsiteX0" fmla="*/ 21421 w 97286"/>
                  <a:gd name="connsiteY0" fmla="*/ 0 h 126801"/>
                  <a:gd name="connsiteX1" fmla="*/ 21421 w 97286"/>
                  <a:gd name="connsiteY1" fmla="*/ 73223 h 126801"/>
                  <a:gd name="connsiteX2" fmla="*/ 47304 w 97286"/>
                  <a:gd name="connsiteY2" fmla="*/ 108942 h 126801"/>
                  <a:gd name="connsiteX3" fmla="*/ 74080 w 97286"/>
                  <a:gd name="connsiteY3" fmla="*/ 73223 h 126801"/>
                  <a:gd name="connsiteX4" fmla="*/ 74080 w 97286"/>
                  <a:gd name="connsiteY4" fmla="*/ 0 h 126801"/>
                  <a:gd name="connsiteX5" fmla="*/ 97286 w 97286"/>
                  <a:gd name="connsiteY5" fmla="*/ 0 h 126801"/>
                  <a:gd name="connsiteX6" fmla="*/ 97286 w 97286"/>
                  <a:gd name="connsiteY6" fmla="*/ 71438 h 126801"/>
                  <a:gd name="connsiteX7" fmla="*/ 47304 w 97286"/>
                  <a:gd name="connsiteY7" fmla="*/ 126802 h 126801"/>
                  <a:gd name="connsiteX8" fmla="*/ 0 w 97286"/>
                  <a:gd name="connsiteY8" fmla="*/ 71438 h 126801"/>
                  <a:gd name="connsiteX9" fmla="*/ 0 w 97286"/>
                  <a:gd name="connsiteY9" fmla="*/ 0 h 126801"/>
                  <a:gd name="connsiteX10" fmla="*/ 21421 w 97286"/>
                  <a:gd name="connsiteY10" fmla="*/ 0 h 126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6801">
                    <a:moveTo>
                      <a:pt x="21421" y="0"/>
                    </a:moveTo>
                    <a:lnTo>
                      <a:pt x="21421" y="73223"/>
                    </a:lnTo>
                    <a:cubicBezTo>
                      <a:pt x="21421" y="97334"/>
                      <a:pt x="31239" y="108942"/>
                      <a:pt x="47304" y="108942"/>
                    </a:cubicBezTo>
                    <a:cubicBezTo>
                      <a:pt x="64262" y="108942"/>
                      <a:pt x="74080" y="97334"/>
                      <a:pt x="74080" y="73223"/>
                    </a:cubicBezTo>
                    <a:lnTo>
                      <a:pt x="74080" y="0"/>
                    </a:lnTo>
                    <a:lnTo>
                      <a:pt x="97286" y="0"/>
                    </a:lnTo>
                    <a:lnTo>
                      <a:pt x="97286" y="71438"/>
                    </a:lnTo>
                    <a:cubicBezTo>
                      <a:pt x="97286" y="109835"/>
                      <a:pt x="77650" y="126802"/>
                      <a:pt x="47304" y="126802"/>
                    </a:cubicBezTo>
                    <a:cubicBezTo>
                      <a:pt x="18743" y="126802"/>
                      <a:pt x="0" y="110728"/>
                      <a:pt x="0" y="71438"/>
                    </a:cubicBezTo>
                    <a:lnTo>
                      <a:pt x="0" y="0"/>
                    </a:lnTo>
                    <a:lnTo>
                      <a:pt x="21421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14">
                <a:extLst>
                  <a:ext uri="{FF2B5EF4-FFF2-40B4-BE49-F238E27FC236}">
                    <a16:creationId xmlns:a16="http://schemas.microsoft.com/office/drawing/2014/main" id="{46C9EE5C-21BB-1C2C-17B3-9EA9F7236D10}"/>
                  </a:ext>
                </a:extLst>
              </p:cNvPr>
              <p:cNvSpPr/>
              <p:nvPr/>
            </p:nvSpPr>
            <p:spPr>
              <a:xfrm>
                <a:off x="6248693" y="1859605"/>
                <a:ext cx="74972" cy="125015"/>
              </a:xfrm>
              <a:custGeom>
                <a:avLst/>
                <a:gdLst>
                  <a:gd name="connsiteX0" fmla="*/ 0 w 74972"/>
                  <a:gd name="connsiteY0" fmla="*/ 0 h 125015"/>
                  <a:gd name="connsiteX1" fmla="*/ 23206 w 74972"/>
                  <a:gd name="connsiteY1" fmla="*/ 0 h 125015"/>
                  <a:gd name="connsiteX2" fmla="*/ 23206 w 74972"/>
                  <a:gd name="connsiteY2" fmla="*/ 106263 h 125015"/>
                  <a:gd name="connsiteX3" fmla="*/ 74973 w 74972"/>
                  <a:gd name="connsiteY3" fmla="*/ 106263 h 125015"/>
                  <a:gd name="connsiteX4" fmla="*/ 74973 w 74972"/>
                  <a:gd name="connsiteY4" fmla="*/ 125016 h 125015"/>
                  <a:gd name="connsiteX5" fmla="*/ 893 w 74972"/>
                  <a:gd name="connsiteY5" fmla="*/ 125016 h 125015"/>
                  <a:gd name="connsiteX6" fmla="*/ 893 w 74972"/>
                  <a:gd name="connsiteY6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972" h="125015">
                    <a:moveTo>
                      <a:pt x="0" y="0"/>
                    </a:moveTo>
                    <a:lnTo>
                      <a:pt x="23206" y="0"/>
                    </a:lnTo>
                    <a:lnTo>
                      <a:pt x="23206" y="106263"/>
                    </a:lnTo>
                    <a:lnTo>
                      <a:pt x="74973" y="106263"/>
                    </a:lnTo>
                    <a:lnTo>
                      <a:pt x="74973" y="125016"/>
                    </a:lnTo>
                    <a:lnTo>
                      <a:pt x="893" y="125016"/>
                    </a:lnTo>
                    <a:lnTo>
                      <a:pt x="893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15">
                <a:extLst>
                  <a:ext uri="{FF2B5EF4-FFF2-40B4-BE49-F238E27FC236}">
                    <a16:creationId xmlns:a16="http://schemas.microsoft.com/office/drawing/2014/main" id="{97434381-4F3C-635E-99F4-D307BDC9B67F}"/>
                  </a:ext>
                </a:extLst>
              </p:cNvPr>
              <p:cNvSpPr/>
              <p:nvPr/>
            </p:nvSpPr>
            <p:spPr>
              <a:xfrm>
                <a:off x="6324558" y="1859605"/>
                <a:ext cx="94608" cy="125015"/>
              </a:xfrm>
              <a:custGeom>
                <a:avLst/>
                <a:gdLst>
                  <a:gd name="connsiteX0" fmla="*/ 35701 w 94608"/>
                  <a:gd name="connsiteY0" fmla="*/ 19645 h 125015"/>
                  <a:gd name="connsiteX1" fmla="*/ 0 w 94608"/>
                  <a:gd name="connsiteY1" fmla="*/ 19645 h 125015"/>
                  <a:gd name="connsiteX2" fmla="*/ 0 w 94608"/>
                  <a:gd name="connsiteY2" fmla="*/ 0 h 125015"/>
                  <a:gd name="connsiteX3" fmla="*/ 94609 w 94608"/>
                  <a:gd name="connsiteY3" fmla="*/ 0 h 125015"/>
                  <a:gd name="connsiteX4" fmla="*/ 94609 w 94608"/>
                  <a:gd name="connsiteY4" fmla="*/ 18752 h 125015"/>
                  <a:gd name="connsiteX5" fmla="*/ 58907 w 94608"/>
                  <a:gd name="connsiteY5" fmla="*/ 18752 h 125015"/>
                  <a:gd name="connsiteX6" fmla="*/ 58907 w 94608"/>
                  <a:gd name="connsiteY6" fmla="*/ 125016 h 125015"/>
                  <a:gd name="connsiteX7" fmla="*/ 35701 w 94608"/>
                  <a:gd name="connsiteY7" fmla="*/ 125016 h 125015"/>
                  <a:gd name="connsiteX8" fmla="*/ 35701 w 94608"/>
                  <a:gd name="connsiteY8" fmla="*/ 19645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608" h="125015">
                    <a:moveTo>
                      <a:pt x="35701" y="19645"/>
                    </a:moveTo>
                    <a:lnTo>
                      <a:pt x="0" y="19645"/>
                    </a:lnTo>
                    <a:lnTo>
                      <a:pt x="0" y="0"/>
                    </a:lnTo>
                    <a:lnTo>
                      <a:pt x="94609" y="0"/>
                    </a:lnTo>
                    <a:lnTo>
                      <a:pt x="94609" y="18752"/>
                    </a:lnTo>
                    <a:lnTo>
                      <a:pt x="58907" y="18752"/>
                    </a:lnTo>
                    <a:lnTo>
                      <a:pt x="58907" y="125016"/>
                    </a:lnTo>
                    <a:lnTo>
                      <a:pt x="35701" y="125016"/>
                    </a:lnTo>
                    <a:lnTo>
                      <a:pt x="35701" y="19645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DAB0025E-3E24-D493-98C1-C258E1735FE5}"/>
                  </a:ext>
                </a:extLst>
              </p:cNvPr>
              <p:cNvSpPr/>
              <p:nvPr/>
            </p:nvSpPr>
            <p:spPr>
              <a:xfrm>
                <a:off x="6430769" y="1859605"/>
                <a:ext cx="23205" cy="125015"/>
              </a:xfrm>
              <a:custGeom>
                <a:avLst/>
                <a:gdLst>
                  <a:gd name="connsiteX0" fmla="*/ 23206 w 23205"/>
                  <a:gd name="connsiteY0" fmla="*/ 0 h 125015"/>
                  <a:gd name="connsiteX1" fmla="*/ 23206 w 23205"/>
                  <a:gd name="connsiteY1" fmla="*/ 125016 h 125015"/>
                  <a:gd name="connsiteX2" fmla="*/ 0 w 23205"/>
                  <a:gd name="connsiteY2" fmla="*/ 125016 h 125015"/>
                  <a:gd name="connsiteX3" fmla="*/ 0 w 23205"/>
                  <a:gd name="connsiteY3" fmla="*/ 0 h 125015"/>
                  <a:gd name="connsiteX4" fmla="*/ 23206 w 23205"/>
                  <a:gd name="connsiteY4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05" h="125015">
                    <a:moveTo>
                      <a:pt x="23206" y="0"/>
                    </a:moveTo>
                    <a:lnTo>
                      <a:pt x="23206" y="125016"/>
                    </a:lnTo>
                    <a:lnTo>
                      <a:pt x="0" y="125016"/>
                    </a:lnTo>
                    <a:lnTo>
                      <a:pt x="0" y="0"/>
                    </a:lnTo>
                    <a:lnTo>
                      <a:pt x="23206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" name="Freeform 17">
                <a:extLst>
                  <a:ext uri="{FF2B5EF4-FFF2-40B4-BE49-F238E27FC236}">
                    <a16:creationId xmlns:a16="http://schemas.microsoft.com/office/drawing/2014/main" id="{995642A6-85CF-5AF2-32A9-59559E71C423}"/>
                  </a:ext>
                </a:extLst>
              </p:cNvPr>
              <p:cNvSpPr/>
              <p:nvPr/>
            </p:nvSpPr>
            <p:spPr>
              <a:xfrm>
                <a:off x="6476288" y="1859605"/>
                <a:ext cx="99071" cy="125015"/>
              </a:xfrm>
              <a:custGeom>
                <a:avLst/>
                <a:gdLst>
                  <a:gd name="connsiteX0" fmla="*/ 0 w 99071"/>
                  <a:gd name="connsiteY0" fmla="*/ 125016 h 125015"/>
                  <a:gd name="connsiteX1" fmla="*/ 0 w 99071"/>
                  <a:gd name="connsiteY1" fmla="*/ 0 h 125015"/>
                  <a:gd name="connsiteX2" fmla="*/ 25884 w 99071"/>
                  <a:gd name="connsiteY2" fmla="*/ 0 h 125015"/>
                  <a:gd name="connsiteX3" fmla="*/ 58015 w 99071"/>
                  <a:gd name="connsiteY3" fmla="*/ 53578 h 125015"/>
                  <a:gd name="connsiteX4" fmla="*/ 79436 w 99071"/>
                  <a:gd name="connsiteY4" fmla="*/ 95548 h 125015"/>
                  <a:gd name="connsiteX5" fmla="*/ 79436 w 99071"/>
                  <a:gd name="connsiteY5" fmla="*/ 95548 h 125015"/>
                  <a:gd name="connsiteX6" fmla="*/ 77650 w 99071"/>
                  <a:gd name="connsiteY6" fmla="*/ 43755 h 125015"/>
                  <a:gd name="connsiteX7" fmla="*/ 77650 w 99071"/>
                  <a:gd name="connsiteY7" fmla="*/ 0 h 125015"/>
                  <a:gd name="connsiteX8" fmla="*/ 99071 w 99071"/>
                  <a:gd name="connsiteY8" fmla="*/ 0 h 125015"/>
                  <a:gd name="connsiteX9" fmla="*/ 99071 w 99071"/>
                  <a:gd name="connsiteY9" fmla="*/ 125016 h 125015"/>
                  <a:gd name="connsiteX10" fmla="*/ 75865 w 99071"/>
                  <a:gd name="connsiteY10" fmla="*/ 125016 h 125015"/>
                  <a:gd name="connsiteX11" fmla="*/ 42842 w 99071"/>
                  <a:gd name="connsiteY11" fmla="*/ 69652 h 125015"/>
                  <a:gd name="connsiteX12" fmla="*/ 20528 w 99071"/>
                  <a:gd name="connsiteY12" fmla="*/ 26789 h 125015"/>
                  <a:gd name="connsiteX13" fmla="*/ 19636 w 99071"/>
                  <a:gd name="connsiteY13" fmla="*/ 26789 h 125015"/>
                  <a:gd name="connsiteX14" fmla="*/ 20528 w 99071"/>
                  <a:gd name="connsiteY14" fmla="*/ 80367 h 125015"/>
                  <a:gd name="connsiteX15" fmla="*/ 20528 w 99071"/>
                  <a:gd name="connsiteY15" fmla="*/ 125016 h 125015"/>
                  <a:gd name="connsiteX16" fmla="*/ 0 w 99071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1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4" y="0"/>
                    </a:lnTo>
                    <a:lnTo>
                      <a:pt x="58015" y="53578"/>
                    </a:lnTo>
                    <a:cubicBezTo>
                      <a:pt x="66048" y="67866"/>
                      <a:pt x="73188" y="82153"/>
                      <a:pt x="79436" y="95548"/>
                    </a:cubicBezTo>
                    <a:lnTo>
                      <a:pt x="79436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2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18">
                <a:extLst>
                  <a:ext uri="{FF2B5EF4-FFF2-40B4-BE49-F238E27FC236}">
                    <a16:creationId xmlns:a16="http://schemas.microsoft.com/office/drawing/2014/main" id="{949CB7B9-24C4-CD2B-7FA7-EBD39E4789FD}"/>
                  </a:ext>
                </a:extLst>
              </p:cNvPr>
              <p:cNvSpPr/>
              <p:nvPr/>
            </p:nvSpPr>
            <p:spPr>
              <a:xfrm>
                <a:off x="6592318" y="1857819"/>
                <a:ext cx="107103" cy="128587"/>
              </a:xfrm>
              <a:custGeom>
                <a:avLst/>
                <a:gdLst>
                  <a:gd name="connsiteX0" fmla="*/ 107104 w 107103"/>
                  <a:gd name="connsiteY0" fmla="*/ 121444 h 128587"/>
                  <a:gd name="connsiteX1" fmla="*/ 66940 w 107103"/>
                  <a:gd name="connsiteY1" fmla="*/ 128587 h 128587"/>
                  <a:gd name="connsiteX2" fmla="*/ 17851 w 107103"/>
                  <a:gd name="connsiteY2" fmla="*/ 111621 h 128587"/>
                  <a:gd name="connsiteX3" fmla="*/ 0 w 107103"/>
                  <a:gd name="connsiteY3" fmla="*/ 65187 h 128587"/>
                  <a:gd name="connsiteX4" fmla="*/ 69618 w 107103"/>
                  <a:gd name="connsiteY4" fmla="*/ 0 h 128587"/>
                  <a:gd name="connsiteX5" fmla="*/ 102641 w 107103"/>
                  <a:gd name="connsiteY5" fmla="*/ 6251 h 128587"/>
                  <a:gd name="connsiteX6" fmla="*/ 97286 w 107103"/>
                  <a:gd name="connsiteY6" fmla="*/ 25003 h 128587"/>
                  <a:gd name="connsiteX7" fmla="*/ 68725 w 107103"/>
                  <a:gd name="connsiteY7" fmla="*/ 19645 h 128587"/>
                  <a:gd name="connsiteX8" fmla="*/ 23206 w 107103"/>
                  <a:gd name="connsiteY8" fmla="*/ 64294 h 128587"/>
                  <a:gd name="connsiteX9" fmla="*/ 66940 w 107103"/>
                  <a:gd name="connsiteY9" fmla="*/ 109835 h 128587"/>
                  <a:gd name="connsiteX10" fmla="*/ 83898 w 107103"/>
                  <a:gd name="connsiteY10" fmla="*/ 107156 h 128587"/>
                  <a:gd name="connsiteX11" fmla="*/ 83898 w 107103"/>
                  <a:gd name="connsiteY11" fmla="*/ 75902 h 128587"/>
                  <a:gd name="connsiteX12" fmla="*/ 61585 w 107103"/>
                  <a:gd name="connsiteY12" fmla="*/ 75902 h 128587"/>
                  <a:gd name="connsiteX13" fmla="*/ 61585 w 107103"/>
                  <a:gd name="connsiteY13" fmla="*/ 58043 h 128587"/>
                  <a:gd name="connsiteX14" fmla="*/ 106212 w 107103"/>
                  <a:gd name="connsiteY14" fmla="*/ 58043 h 128587"/>
                  <a:gd name="connsiteX15" fmla="*/ 106212 w 107103"/>
                  <a:gd name="connsiteY15" fmla="*/ 121444 h 128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7103" h="128587">
                    <a:moveTo>
                      <a:pt x="107104" y="121444"/>
                    </a:moveTo>
                    <a:cubicBezTo>
                      <a:pt x="99071" y="124123"/>
                      <a:pt x="83898" y="128587"/>
                      <a:pt x="66940" y="128587"/>
                    </a:cubicBezTo>
                    <a:cubicBezTo>
                      <a:pt x="45519" y="128587"/>
                      <a:pt x="29454" y="123230"/>
                      <a:pt x="17851" y="111621"/>
                    </a:cubicBezTo>
                    <a:cubicBezTo>
                      <a:pt x="7140" y="100905"/>
                      <a:pt x="0" y="84832"/>
                      <a:pt x="0" y="65187"/>
                    </a:cubicBezTo>
                    <a:cubicBezTo>
                      <a:pt x="0" y="25896"/>
                      <a:pt x="28561" y="0"/>
                      <a:pt x="69618" y="0"/>
                    </a:cubicBezTo>
                    <a:cubicBezTo>
                      <a:pt x="84791" y="0"/>
                      <a:pt x="97286" y="3572"/>
                      <a:pt x="102641" y="6251"/>
                    </a:cubicBezTo>
                    <a:lnTo>
                      <a:pt x="97286" y="25003"/>
                    </a:lnTo>
                    <a:cubicBezTo>
                      <a:pt x="90146" y="22324"/>
                      <a:pt x="82113" y="19645"/>
                      <a:pt x="68725" y="19645"/>
                    </a:cubicBezTo>
                    <a:cubicBezTo>
                      <a:pt x="41949" y="19645"/>
                      <a:pt x="23206" y="35719"/>
                      <a:pt x="23206" y="64294"/>
                    </a:cubicBezTo>
                    <a:cubicBezTo>
                      <a:pt x="23206" y="92869"/>
                      <a:pt x="41057" y="109835"/>
                      <a:pt x="66940" y="109835"/>
                    </a:cubicBezTo>
                    <a:cubicBezTo>
                      <a:pt x="74973" y="109835"/>
                      <a:pt x="81221" y="108942"/>
                      <a:pt x="83898" y="107156"/>
                    </a:cubicBezTo>
                    <a:lnTo>
                      <a:pt x="83898" y="75902"/>
                    </a:lnTo>
                    <a:lnTo>
                      <a:pt x="61585" y="75902"/>
                    </a:lnTo>
                    <a:lnTo>
                      <a:pt x="61585" y="58043"/>
                    </a:lnTo>
                    <a:lnTo>
                      <a:pt x="106212" y="58043"/>
                    </a:lnTo>
                    <a:lnTo>
                      <a:pt x="106212" y="121444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9FC90BD9-9D1A-255D-D55E-75B0E9DE2FB3}"/>
                </a:ext>
              </a:extLst>
            </p:cNvPr>
            <p:cNvSpPr/>
            <p:nvPr/>
          </p:nvSpPr>
          <p:spPr>
            <a:xfrm>
              <a:off x="10835307" y="6421178"/>
              <a:ext cx="6420" cy="176644"/>
            </a:xfrm>
            <a:custGeom>
              <a:avLst/>
              <a:gdLst>
                <a:gd name="connsiteX0" fmla="*/ 0 w 7140"/>
                <a:gd name="connsiteY0" fmla="*/ 0 h 196453"/>
                <a:gd name="connsiteX1" fmla="*/ 7140 w 7140"/>
                <a:gd name="connsiteY1" fmla="*/ 0 h 196453"/>
                <a:gd name="connsiteX2" fmla="*/ 7140 w 7140"/>
                <a:gd name="connsiteY2" fmla="*/ 196453 h 196453"/>
                <a:gd name="connsiteX3" fmla="*/ 0 w 7140"/>
                <a:gd name="connsiteY3" fmla="*/ 196453 h 19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0" h="196453">
                  <a:moveTo>
                    <a:pt x="0" y="0"/>
                  </a:moveTo>
                  <a:lnTo>
                    <a:pt x="7140" y="0"/>
                  </a:lnTo>
                  <a:lnTo>
                    <a:pt x="7140" y="196453"/>
                  </a:lnTo>
                  <a:lnTo>
                    <a:pt x="0" y="196453"/>
                  </a:lnTo>
                  <a:close/>
                </a:path>
              </a:pathLst>
            </a:custGeom>
            <a:solidFill>
              <a:schemeClr val="accent4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7FA310B-4A11-2380-FA66-58941E00CD68}"/>
              </a:ext>
            </a:extLst>
          </p:cNvPr>
          <p:cNvSpPr/>
          <p:nvPr userDrawn="1"/>
        </p:nvSpPr>
        <p:spPr>
          <a:xfrm>
            <a:off x="1" y="3079532"/>
            <a:ext cx="144516" cy="1129861"/>
          </a:xfrm>
          <a:prstGeom prst="rect">
            <a:avLst/>
          </a:prstGeom>
          <a:solidFill>
            <a:srgbClr val="007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BD10A7-EC76-4A46-03EC-8755E7855BB5}"/>
              </a:ext>
            </a:extLst>
          </p:cNvPr>
          <p:cNvSpPr/>
          <p:nvPr userDrawn="1"/>
        </p:nvSpPr>
        <p:spPr>
          <a:xfrm>
            <a:off x="12053048" y="3075050"/>
            <a:ext cx="144516" cy="1129861"/>
          </a:xfrm>
          <a:prstGeom prst="rect">
            <a:avLst/>
          </a:prstGeom>
          <a:solidFill>
            <a:srgbClr val="007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69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9B66-8BD9-24EB-A21E-AA929E35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FE264-CE4E-E26F-5869-43554BAAA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37B5C-3CF8-D922-3FCE-31B65EEB0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E9173-E77E-EB2D-CFF9-1CCA5FE3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2BC29-0C4E-E6AF-14E7-404F21E7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9A8142-DDDE-0964-C435-D99893AA5205}"/>
              </a:ext>
            </a:extLst>
          </p:cNvPr>
          <p:cNvGrpSpPr/>
          <p:nvPr userDrawn="1"/>
        </p:nvGrpSpPr>
        <p:grpSpPr>
          <a:xfrm>
            <a:off x="10222173" y="6419572"/>
            <a:ext cx="1589814" cy="208760"/>
            <a:chOff x="10222173" y="6419572"/>
            <a:chExt cx="1589814" cy="208760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479412D-A631-3DC5-0BCF-0F42212F406C}"/>
                </a:ext>
              </a:extLst>
            </p:cNvPr>
            <p:cNvSpPr/>
            <p:nvPr/>
          </p:nvSpPr>
          <p:spPr>
            <a:xfrm>
              <a:off x="10222173" y="6419572"/>
              <a:ext cx="568994" cy="208760"/>
            </a:xfrm>
            <a:custGeom>
              <a:avLst/>
              <a:gdLst>
                <a:gd name="connsiteX0" fmla="*/ 64262 w 632805"/>
                <a:gd name="connsiteY0" fmla="*/ 48220 h 232171"/>
                <a:gd name="connsiteX1" fmla="*/ 64262 w 632805"/>
                <a:gd name="connsiteY1" fmla="*/ 64294 h 232171"/>
                <a:gd name="connsiteX2" fmla="*/ 64262 w 632805"/>
                <a:gd name="connsiteY2" fmla="*/ 65187 h 232171"/>
                <a:gd name="connsiteX3" fmla="*/ 64262 w 632805"/>
                <a:gd name="connsiteY3" fmla="*/ 65187 h 232171"/>
                <a:gd name="connsiteX4" fmla="*/ 65155 w 632805"/>
                <a:gd name="connsiteY4" fmla="*/ 63401 h 232171"/>
                <a:gd name="connsiteX5" fmla="*/ 108889 w 632805"/>
                <a:gd name="connsiteY5" fmla="*/ 45541 h 232171"/>
                <a:gd name="connsiteX6" fmla="*/ 149053 w 632805"/>
                <a:gd name="connsiteY6" fmla="*/ 78581 h 232171"/>
                <a:gd name="connsiteX7" fmla="*/ 149053 w 632805"/>
                <a:gd name="connsiteY7" fmla="*/ 168771 h 232171"/>
                <a:gd name="connsiteX8" fmla="*/ 149053 w 632805"/>
                <a:gd name="connsiteY8" fmla="*/ 168771 h 232171"/>
                <a:gd name="connsiteX9" fmla="*/ 149053 w 632805"/>
                <a:gd name="connsiteY9" fmla="*/ 191095 h 232171"/>
                <a:gd name="connsiteX10" fmla="*/ 128525 w 632805"/>
                <a:gd name="connsiteY10" fmla="*/ 191095 h 232171"/>
                <a:gd name="connsiteX11" fmla="*/ 128525 w 632805"/>
                <a:gd name="connsiteY11" fmla="*/ 164306 h 232171"/>
                <a:gd name="connsiteX12" fmla="*/ 128525 w 632805"/>
                <a:gd name="connsiteY12" fmla="*/ 87511 h 232171"/>
                <a:gd name="connsiteX13" fmla="*/ 97286 w 632805"/>
                <a:gd name="connsiteY13" fmla="*/ 59829 h 232171"/>
                <a:gd name="connsiteX14" fmla="*/ 64262 w 632805"/>
                <a:gd name="connsiteY14" fmla="*/ 85725 h 232171"/>
                <a:gd name="connsiteX15" fmla="*/ 64262 w 632805"/>
                <a:gd name="connsiteY15" fmla="*/ 167878 h 232171"/>
                <a:gd name="connsiteX16" fmla="*/ 64262 w 632805"/>
                <a:gd name="connsiteY16" fmla="*/ 168771 h 232171"/>
                <a:gd name="connsiteX17" fmla="*/ 64262 w 632805"/>
                <a:gd name="connsiteY17" fmla="*/ 191095 h 232171"/>
                <a:gd name="connsiteX18" fmla="*/ 43734 w 632805"/>
                <a:gd name="connsiteY18" fmla="*/ 191095 h 232171"/>
                <a:gd name="connsiteX19" fmla="*/ 43734 w 632805"/>
                <a:gd name="connsiteY19" fmla="*/ 167878 h 232171"/>
                <a:gd name="connsiteX20" fmla="*/ 43734 w 632805"/>
                <a:gd name="connsiteY20" fmla="*/ 65187 h 232171"/>
                <a:gd name="connsiteX21" fmla="*/ 43734 w 632805"/>
                <a:gd name="connsiteY21" fmla="*/ 46434 h 232171"/>
                <a:gd name="connsiteX22" fmla="*/ 47304 w 632805"/>
                <a:gd name="connsiteY22" fmla="*/ 46434 h 232171"/>
                <a:gd name="connsiteX23" fmla="*/ 58015 w 632805"/>
                <a:gd name="connsiteY23" fmla="*/ 46434 h 232171"/>
                <a:gd name="connsiteX24" fmla="*/ 64262 w 632805"/>
                <a:gd name="connsiteY24" fmla="*/ 46434 h 232171"/>
                <a:gd name="connsiteX25" fmla="*/ 339163 w 632805"/>
                <a:gd name="connsiteY25" fmla="*/ 164306 h 232171"/>
                <a:gd name="connsiteX26" fmla="*/ 382004 w 632805"/>
                <a:gd name="connsiteY26" fmla="*/ 183952 h 232171"/>
                <a:gd name="connsiteX27" fmla="*/ 413243 w 632805"/>
                <a:gd name="connsiteY27" fmla="*/ 160734 h 232171"/>
                <a:gd name="connsiteX28" fmla="*/ 381112 w 632805"/>
                <a:gd name="connsiteY28" fmla="*/ 131266 h 232171"/>
                <a:gd name="connsiteX29" fmla="*/ 343625 w 632805"/>
                <a:gd name="connsiteY29" fmla="*/ 107156 h 232171"/>
                <a:gd name="connsiteX30" fmla="*/ 344518 w 632805"/>
                <a:gd name="connsiteY30" fmla="*/ 121444 h 232171"/>
                <a:gd name="connsiteX31" fmla="*/ 276685 w 632805"/>
                <a:gd name="connsiteY31" fmla="*/ 197346 h 232171"/>
                <a:gd name="connsiteX32" fmla="*/ 208853 w 632805"/>
                <a:gd name="connsiteY32" fmla="*/ 121444 h 232171"/>
                <a:gd name="connsiteX33" fmla="*/ 237414 w 632805"/>
                <a:gd name="connsiteY33" fmla="*/ 59829 h 232171"/>
                <a:gd name="connsiteX34" fmla="*/ 191002 w 632805"/>
                <a:gd name="connsiteY34" fmla="*/ 59829 h 232171"/>
                <a:gd name="connsiteX35" fmla="*/ 191002 w 632805"/>
                <a:gd name="connsiteY35" fmla="*/ 168771 h 232171"/>
                <a:gd name="connsiteX36" fmla="*/ 191002 w 632805"/>
                <a:gd name="connsiteY36" fmla="*/ 168771 h 232171"/>
                <a:gd name="connsiteX37" fmla="*/ 191002 w 632805"/>
                <a:gd name="connsiteY37" fmla="*/ 191095 h 232171"/>
                <a:gd name="connsiteX38" fmla="*/ 170474 w 632805"/>
                <a:gd name="connsiteY38" fmla="*/ 191095 h 232171"/>
                <a:gd name="connsiteX39" fmla="*/ 170474 w 632805"/>
                <a:gd name="connsiteY39" fmla="*/ 169664 h 232171"/>
                <a:gd name="connsiteX40" fmla="*/ 170474 w 632805"/>
                <a:gd name="connsiteY40" fmla="*/ 168771 h 232171"/>
                <a:gd name="connsiteX41" fmla="*/ 170474 w 632805"/>
                <a:gd name="connsiteY41" fmla="*/ 59829 h 232171"/>
                <a:gd name="connsiteX42" fmla="*/ 152623 w 632805"/>
                <a:gd name="connsiteY42" fmla="*/ 59829 h 232171"/>
                <a:gd name="connsiteX43" fmla="*/ 152623 w 632805"/>
                <a:gd name="connsiteY43" fmla="*/ 46434 h 232171"/>
                <a:gd name="connsiteX44" fmla="*/ 171366 w 632805"/>
                <a:gd name="connsiteY44" fmla="*/ 46434 h 232171"/>
                <a:gd name="connsiteX45" fmla="*/ 214208 w 632805"/>
                <a:gd name="connsiteY45" fmla="*/ 2679 h 232171"/>
                <a:gd name="connsiteX46" fmla="*/ 242769 w 632805"/>
                <a:gd name="connsiteY46" fmla="*/ 6251 h 232171"/>
                <a:gd name="connsiteX47" fmla="*/ 242769 w 632805"/>
                <a:gd name="connsiteY47" fmla="*/ 25003 h 232171"/>
                <a:gd name="connsiteX48" fmla="*/ 242769 w 632805"/>
                <a:gd name="connsiteY48" fmla="*/ 27682 h 232171"/>
                <a:gd name="connsiteX49" fmla="*/ 241876 w 632805"/>
                <a:gd name="connsiteY49" fmla="*/ 27682 h 232171"/>
                <a:gd name="connsiteX50" fmla="*/ 209745 w 632805"/>
                <a:gd name="connsiteY50" fmla="*/ 16073 h 232171"/>
                <a:gd name="connsiteX51" fmla="*/ 190110 w 632805"/>
                <a:gd name="connsiteY51" fmla="*/ 46434 h 232171"/>
                <a:gd name="connsiteX52" fmla="*/ 266867 w 632805"/>
                <a:gd name="connsiteY52" fmla="*/ 46434 h 232171"/>
                <a:gd name="connsiteX53" fmla="*/ 276685 w 632805"/>
                <a:gd name="connsiteY53" fmla="*/ 45541 h 232171"/>
                <a:gd name="connsiteX54" fmla="*/ 338270 w 632805"/>
                <a:gd name="connsiteY54" fmla="*/ 89297 h 232171"/>
                <a:gd name="connsiteX55" fmla="*/ 338270 w 632805"/>
                <a:gd name="connsiteY55" fmla="*/ 84832 h 232171"/>
                <a:gd name="connsiteX56" fmla="*/ 391822 w 632805"/>
                <a:gd name="connsiteY56" fmla="*/ 46434 h 232171"/>
                <a:gd name="connsiteX57" fmla="*/ 394500 w 632805"/>
                <a:gd name="connsiteY57" fmla="*/ 46434 h 232171"/>
                <a:gd name="connsiteX58" fmla="*/ 425738 w 632805"/>
                <a:gd name="connsiteY58" fmla="*/ 51792 h 232171"/>
                <a:gd name="connsiteX59" fmla="*/ 432878 w 632805"/>
                <a:gd name="connsiteY59" fmla="*/ 70545 h 232171"/>
                <a:gd name="connsiteX60" fmla="*/ 441804 w 632805"/>
                <a:gd name="connsiteY60" fmla="*/ 91976 h 232171"/>
                <a:gd name="connsiteX61" fmla="*/ 465010 w 632805"/>
                <a:gd name="connsiteY61" fmla="*/ 148233 h 232171"/>
                <a:gd name="connsiteX62" fmla="*/ 467687 w 632805"/>
                <a:gd name="connsiteY62" fmla="*/ 157163 h 232171"/>
                <a:gd name="connsiteX63" fmla="*/ 470365 w 632805"/>
                <a:gd name="connsiteY63" fmla="*/ 148233 h 232171"/>
                <a:gd name="connsiteX64" fmla="*/ 499818 w 632805"/>
                <a:gd name="connsiteY64" fmla="*/ 75902 h 232171"/>
                <a:gd name="connsiteX65" fmla="*/ 549800 w 632805"/>
                <a:gd name="connsiteY65" fmla="*/ 47327 h 232171"/>
                <a:gd name="connsiteX66" fmla="*/ 580146 w 632805"/>
                <a:gd name="connsiteY66" fmla="*/ 52685 h 232171"/>
                <a:gd name="connsiteX67" fmla="*/ 580146 w 632805"/>
                <a:gd name="connsiteY67" fmla="*/ 74116 h 232171"/>
                <a:gd name="connsiteX68" fmla="*/ 543553 w 632805"/>
                <a:gd name="connsiteY68" fmla="*/ 59829 h 232171"/>
                <a:gd name="connsiteX69" fmla="*/ 515884 w 632805"/>
                <a:gd name="connsiteY69" fmla="*/ 83939 h 232171"/>
                <a:gd name="connsiteX70" fmla="*/ 548908 w 632805"/>
                <a:gd name="connsiteY70" fmla="*/ 112514 h 232171"/>
                <a:gd name="connsiteX71" fmla="*/ 588179 w 632805"/>
                <a:gd name="connsiteY71" fmla="*/ 153591 h 232171"/>
                <a:gd name="connsiteX72" fmla="*/ 532842 w 632805"/>
                <a:gd name="connsiteY72" fmla="*/ 198239 h 232171"/>
                <a:gd name="connsiteX73" fmla="*/ 493571 w 632805"/>
                <a:gd name="connsiteY73" fmla="*/ 187523 h 232171"/>
                <a:gd name="connsiteX74" fmla="*/ 493571 w 632805"/>
                <a:gd name="connsiteY74" fmla="*/ 162520 h 232171"/>
                <a:gd name="connsiteX75" fmla="*/ 494463 w 632805"/>
                <a:gd name="connsiteY75" fmla="*/ 163413 h 232171"/>
                <a:gd name="connsiteX76" fmla="*/ 539090 w 632805"/>
                <a:gd name="connsiteY76" fmla="*/ 183952 h 232171"/>
                <a:gd name="connsiteX77" fmla="*/ 570329 w 632805"/>
                <a:gd name="connsiteY77" fmla="*/ 160734 h 232171"/>
                <a:gd name="connsiteX78" fmla="*/ 538197 w 632805"/>
                <a:gd name="connsiteY78" fmla="*/ 131266 h 232171"/>
                <a:gd name="connsiteX79" fmla="*/ 500711 w 632805"/>
                <a:gd name="connsiteY79" fmla="*/ 102691 h 232171"/>
                <a:gd name="connsiteX80" fmla="*/ 447159 w 632805"/>
                <a:gd name="connsiteY80" fmla="*/ 232172 h 232171"/>
                <a:gd name="connsiteX81" fmla="*/ 427523 w 632805"/>
                <a:gd name="connsiteY81" fmla="*/ 232172 h 232171"/>
                <a:gd name="connsiteX82" fmla="*/ 431986 w 632805"/>
                <a:gd name="connsiteY82" fmla="*/ 223242 h 232171"/>
                <a:gd name="connsiteX83" fmla="*/ 436449 w 632805"/>
                <a:gd name="connsiteY83" fmla="*/ 215206 h 232171"/>
                <a:gd name="connsiteX84" fmla="*/ 436449 w 632805"/>
                <a:gd name="connsiteY84" fmla="*/ 215206 h 232171"/>
                <a:gd name="connsiteX85" fmla="*/ 455192 w 632805"/>
                <a:gd name="connsiteY85" fmla="*/ 175022 h 232171"/>
                <a:gd name="connsiteX86" fmla="*/ 416813 w 632805"/>
                <a:gd name="connsiteY86" fmla="*/ 82153 h 232171"/>
                <a:gd name="connsiteX87" fmla="*/ 415028 w 632805"/>
                <a:gd name="connsiteY87" fmla="*/ 76795 h 232171"/>
                <a:gd name="connsiteX88" fmla="*/ 400747 w 632805"/>
                <a:gd name="connsiteY88" fmla="*/ 60722 h 232171"/>
                <a:gd name="connsiteX89" fmla="*/ 385574 w 632805"/>
                <a:gd name="connsiteY89" fmla="*/ 58043 h 232171"/>
                <a:gd name="connsiteX90" fmla="*/ 357013 w 632805"/>
                <a:gd name="connsiteY90" fmla="*/ 82153 h 232171"/>
                <a:gd name="connsiteX91" fmla="*/ 390929 w 632805"/>
                <a:gd name="connsiteY91" fmla="*/ 110728 h 232171"/>
                <a:gd name="connsiteX92" fmla="*/ 430201 w 632805"/>
                <a:gd name="connsiteY92" fmla="*/ 151805 h 232171"/>
                <a:gd name="connsiteX93" fmla="*/ 374864 w 632805"/>
                <a:gd name="connsiteY93" fmla="*/ 196453 h 232171"/>
                <a:gd name="connsiteX94" fmla="*/ 338270 w 632805"/>
                <a:gd name="connsiteY94" fmla="*/ 187523 h 232171"/>
                <a:gd name="connsiteX95" fmla="*/ 338270 w 632805"/>
                <a:gd name="connsiteY95" fmla="*/ 164306 h 232171"/>
                <a:gd name="connsiteX96" fmla="*/ 434664 w 632805"/>
                <a:gd name="connsiteY96" fmla="*/ 70545 h 232171"/>
                <a:gd name="connsiteX97" fmla="*/ 435556 w 632805"/>
                <a:gd name="connsiteY97" fmla="*/ 73223 h 232171"/>
                <a:gd name="connsiteX98" fmla="*/ 443589 w 632805"/>
                <a:gd name="connsiteY98" fmla="*/ 91976 h 232171"/>
                <a:gd name="connsiteX99" fmla="*/ 434664 w 632805"/>
                <a:gd name="connsiteY99" fmla="*/ 70545 h 232171"/>
                <a:gd name="connsiteX100" fmla="*/ 432878 w 632805"/>
                <a:gd name="connsiteY100" fmla="*/ 224135 h 232171"/>
                <a:gd name="connsiteX101" fmla="*/ 437341 w 632805"/>
                <a:gd name="connsiteY101" fmla="*/ 216098 h 232171"/>
                <a:gd name="connsiteX102" fmla="*/ 432878 w 632805"/>
                <a:gd name="connsiteY102" fmla="*/ 224135 h 232171"/>
                <a:gd name="connsiteX103" fmla="*/ 417705 w 632805"/>
                <a:gd name="connsiteY103" fmla="*/ 82153 h 232171"/>
                <a:gd name="connsiteX104" fmla="*/ 416813 w 632805"/>
                <a:gd name="connsiteY104" fmla="*/ 80367 h 232171"/>
                <a:gd name="connsiteX105" fmla="*/ 417705 w 632805"/>
                <a:gd name="connsiteY105" fmla="*/ 82153 h 232171"/>
                <a:gd name="connsiteX106" fmla="*/ 230274 w 632805"/>
                <a:gd name="connsiteY106" fmla="*/ 123230 h 232171"/>
                <a:gd name="connsiteX107" fmla="*/ 277578 w 632805"/>
                <a:gd name="connsiteY107" fmla="*/ 183952 h 232171"/>
                <a:gd name="connsiteX108" fmla="*/ 323097 w 632805"/>
                <a:gd name="connsiteY108" fmla="*/ 121444 h 232171"/>
                <a:gd name="connsiteX109" fmla="*/ 275793 w 632805"/>
                <a:gd name="connsiteY109" fmla="*/ 60722 h 232171"/>
                <a:gd name="connsiteX110" fmla="*/ 230274 w 632805"/>
                <a:gd name="connsiteY110" fmla="*/ 123230 h 232171"/>
                <a:gd name="connsiteX111" fmla="*/ 0 w 632805"/>
                <a:gd name="connsiteY111" fmla="*/ 26789 h 232171"/>
                <a:gd name="connsiteX112" fmla="*/ 0 w 632805"/>
                <a:gd name="connsiteY112" fmla="*/ 26789 h 232171"/>
                <a:gd name="connsiteX113" fmla="*/ 0 w 632805"/>
                <a:gd name="connsiteY113" fmla="*/ 3572 h 232171"/>
                <a:gd name="connsiteX114" fmla="*/ 22313 w 632805"/>
                <a:gd name="connsiteY114" fmla="*/ 3572 h 232171"/>
                <a:gd name="connsiteX115" fmla="*/ 22313 w 632805"/>
                <a:gd name="connsiteY115" fmla="*/ 25896 h 232171"/>
                <a:gd name="connsiteX116" fmla="*/ 22313 w 632805"/>
                <a:gd name="connsiteY116" fmla="*/ 25896 h 232171"/>
                <a:gd name="connsiteX117" fmla="*/ 22313 w 632805"/>
                <a:gd name="connsiteY117" fmla="*/ 168771 h 232171"/>
                <a:gd name="connsiteX118" fmla="*/ 22313 w 632805"/>
                <a:gd name="connsiteY118" fmla="*/ 169664 h 232171"/>
                <a:gd name="connsiteX119" fmla="*/ 22313 w 632805"/>
                <a:gd name="connsiteY119" fmla="*/ 191988 h 232171"/>
                <a:gd name="connsiteX120" fmla="*/ 0 w 632805"/>
                <a:gd name="connsiteY120" fmla="*/ 191988 h 232171"/>
                <a:gd name="connsiteX121" fmla="*/ 0 w 632805"/>
                <a:gd name="connsiteY121" fmla="*/ 169664 h 232171"/>
                <a:gd name="connsiteX122" fmla="*/ 0 w 632805"/>
                <a:gd name="connsiteY122" fmla="*/ 169664 h 232171"/>
                <a:gd name="connsiteX123" fmla="*/ 0 w 632805"/>
                <a:gd name="connsiteY123" fmla="*/ 26789 h 232171"/>
                <a:gd name="connsiteX124" fmla="*/ 610493 w 632805"/>
                <a:gd name="connsiteY124" fmla="*/ 10716 h 232171"/>
                <a:gd name="connsiteX125" fmla="*/ 614955 w 632805"/>
                <a:gd name="connsiteY125" fmla="*/ 10716 h 232171"/>
                <a:gd name="connsiteX126" fmla="*/ 618525 w 632805"/>
                <a:gd name="connsiteY126" fmla="*/ 13395 h 232171"/>
                <a:gd name="connsiteX127" fmla="*/ 615848 w 632805"/>
                <a:gd name="connsiteY127" fmla="*/ 16073 h 232171"/>
                <a:gd name="connsiteX128" fmla="*/ 611385 w 632805"/>
                <a:gd name="connsiteY128" fmla="*/ 16073 h 232171"/>
                <a:gd name="connsiteX129" fmla="*/ 611385 w 632805"/>
                <a:gd name="connsiteY129" fmla="*/ 10716 h 232171"/>
                <a:gd name="connsiteX130" fmla="*/ 606922 w 632805"/>
                <a:gd name="connsiteY130" fmla="*/ 27682 h 232171"/>
                <a:gd name="connsiteX131" fmla="*/ 610493 w 632805"/>
                <a:gd name="connsiteY131" fmla="*/ 27682 h 232171"/>
                <a:gd name="connsiteX132" fmla="*/ 610493 w 632805"/>
                <a:gd name="connsiteY132" fmla="*/ 19645 h 232171"/>
                <a:gd name="connsiteX133" fmla="*/ 614955 w 632805"/>
                <a:gd name="connsiteY133" fmla="*/ 19645 h 232171"/>
                <a:gd name="connsiteX134" fmla="*/ 618525 w 632805"/>
                <a:gd name="connsiteY134" fmla="*/ 27682 h 232171"/>
                <a:gd name="connsiteX135" fmla="*/ 622988 w 632805"/>
                <a:gd name="connsiteY135" fmla="*/ 27682 h 232171"/>
                <a:gd name="connsiteX136" fmla="*/ 619418 w 632805"/>
                <a:gd name="connsiteY136" fmla="*/ 18752 h 232171"/>
                <a:gd name="connsiteX137" fmla="*/ 622988 w 632805"/>
                <a:gd name="connsiteY137" fmla="*/ 13395 h 232171"/>
                <a:gd name="connsiteX138" fmla="*/ 614955 w 632805"/>
                <a:gd name="connsiteY138" fmla="*/ 7144 h 232171"/>
                <a:gd name="connsiteX139" fmla="*/ 607815 w 632805"/>
                <a:gd name="connsiteY139" fmla="*/ 7144 h 232171"/>
                <a:gd name="connsiteX140" fmla="*/ 607815 w 632805"/>
                <a:gd name="connsiteY140" fmla="*/ 27682 h 232171"/>
                <a:gd name="connsiteX141" fmla="*/ 597105 w 632805"/>
                <a:gd name="connsiteY141" fmla="*/ 17859 h 232171"/>
                <a:gd name="connsiteX142" fmla="*/ 613170 w 632805"/>
                <a:gd name="connsiteY142" fmla="*/ 1786 h 232171"/>
                <a:gd name="connsiteX143" fmla="*/ 629236 w 632805"/>
                <a:gd name="connsiteY143" fmla="*/ 17859 h 232171"/>
                <a:gd name="connsiteX144" fmla="*/ 613170 w 632805"/>
                <a:gd name="connsiteY144" fmla="*/ 33933 h 232171"/>
                <a:gd name="connsiteX145" fmla="*/ 597105 w 632805"/>
                <a:gd name="connsiteY145" fmla="*/ 17859 h 232171"/>
                <a:gd name="connsiteX146" fmla="*/ 614063 w 632805"/>
                <a:gd name="connsiteY146" fmla="*/ 37505 h 232171"/>
                <a:gd name="connsiteX147" fmla="*/ 632806 w 632805"/>
                <a:gd name="connsiteY147" fmla="*/ 18752 h 232171"/>
                <a:gd name="connsiteX148" fmla="*/ 614063 w 632805"/>
                <a:gd name="connsiteY148" fmla="*/ 0 h 232171"/>
                <a:gd name="connsiteX149" fmla="*/ 595319 w 632805"/>
                <a:gd name="connsiteY149" fmla="*/ 18752 h 232171"/>
                <a:gd name="connsiteX150" fmla="*/ 614063 w 632805"/>
                <a:gd name="connsiteY150" fmla="*/ 37505 h 23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632805" h="232171">
                  <a:moveTo>
                    <a:pt x="64262" y="48220"/>
                  </a:moveTo>
                  <a:lnTo>
                    <a:pt x="64262" y="64294"/>
                  </a:lnTo>
                  <a:lnTo>
                    <a:pt x="64262" y="65187"/>
                  </a:lnTo>
                  <a:lnTo>
                    <a:pt x="64262" y="65187"/>
                  </a:lnTo>
                  <a:cubicBezTo>
                    <a:pt x="64262" y="64294"/>
                    <a:pt x="65155" y="64294"/>
                    <a:pt x="65155" y="63401"/>
                  </a:cubicBezTo>
                  <a:cubicBezTo>
                    <a:pt x="73188" y="54471"/>
                    <a:pt x="83898" y="45541"/>
                    <a:pt x="108889" y="45541"/>
                  </a:cubicBezTo>
                  <a:cubicBezTo>
                    <a:pt x="132987" y="45541"/>
                    <a:pt x="148161" y="66080"/>
                    <a:pt x="149053" y="78581"/>
                  </a:cubicBezTo>
                  <a:lnTo>
                    <a:pt x="149053" y="168771"/>
                  </a:lnTo>
                  <a:lnTo>
                    <a:pt x="149053" y="168771"/>
                  </a:lnTo>
                  <a:lnTo>
                    <a:pt x="149053" y="191095"/>
                  </a:lnTo>
                  <a:lnTo>
                    <a:pt x="128525" y="191095"/>
                  </a:lnTo>
                  <a:lnTo>
                    <a:pt x="128525" y="164306"/>
                  </a:lnTo>
                  <a:lnTo>
                    <a:pt x="128525" y="87511"/>
                  </a:lnTo>
                  <a:cubicBezTo>
                    <a:pt x="128525" y="71438"/>
                    <a:pt x="114244" y="59829"/>
                    <a:pt x="97286" y="59829"/>
                  </a:cubicBezTo>
                  <a:cubicBezTo>
                    <a:pt x="83006" y="59829"/>
                    <a:pt x="65155" y="72331"/>
                    <a:pt x="64262" y="85725"/>
                  </a:cubicBezTo>
                  <a:lnTo>
                    <a:pt x="64262" y="167878"/>
                  </a:lnTo>
                  <a:lnTo>
                    <a:pt x="64262" y="168771"/>
                  </a:lnTo>
                  <a:lnTo>
                    <a:pt x="64262" y="191095"/>
                  </a:lnTo>
                  <a:lnTo>
                    <a:pt x="43734" y="191095"/>
                  </a:lnTo>
                  <a:lnTo>
                    <a:pt x="43734" y="167878"/>
                  </a:lnTo>
                  <a:lnTo>
                    <a:pt x="43734" y="65187"/>
                  </a:lnTo>
                  <a:lnTo>
                    <a:pt x="43734" y="46434"/>
                  </a:lnTo>
                  <a:lnTo>
                    <a:pt x="47304" y="46434"/>
                  </a:lnTo>
                  <a:lnTo>
                    <a:pt x="58015" y="46434"/>
                  </a:lnTo>
                  <a:lnTo>
                    <a:pt x="64262" y="46434"/>
                  </a:lnTo>
                  <a:close/>
                  <a:moveTo>
                    <a:pt x="339163" y="164306"/>
                  </a:moveTo>
                  <a:cubicBezTo>
                    <a:pt x="353443" y="176808"/>
                    <a:pt x="365939" y="183952"/>
                    <a:pt x="382004" y="183952"/>
                  </a:cubicBezTo>
                  <a:cubicBezTo>
                    <a:pt x="398070" y="183952"/>
                    <a:pt x="413243" y="175915"/>
                    <a:pt x="413243" y="160734"/>
                  </a:cubicBezTo>
                  <a:cubicBezTo>
                    <a:pt x="413243" y="147340"/>
                    <a:pt x="401640" y="140196"/>
                    <a:pt x="381112" y="131266"/>
                  </a:cubicBezTo>
                  <a:cubicBezTo>
                    <a:pt x="364153" y="124123"/>
                    <a:pt x="350765" y="118765"/>
                    <a:pt x="343625" y="107156"/>
                  </a:cubicBezTo>
                  <a:cubicBezTo>
                    <a:pt x="344518" y="111621"/>
                    <a:pt x="344518" y="116979"/>
                    <a:pt x="344518" y="121444"/>
                  </a:cubicBezTo>
                  <a:cubicBezTo>
                    <a:pt x="344518" y="163413"/>
                    <a:pt x="314172" y="197346"/>
                    <a:pt x="276685" y="197346"/>
                  </a:cubicBezTo>
                  <a:cubicBezTo>
                    <a:pt x="239199" y="197346"/>
                    <a:pt x="208853" y="163413"/>
                    <a:pt x="208853" y="121444"/>
                  </a:cubicBezTo>
                  <a:cubicBezTo>
                    <a:pt x="208853" y="96441"/>
                    <a:pt x="219563" y="73223"/>
                    <a:pt x="237414" y="59829"/>
                  </a:cubicBezTo>
                  <a:lnTo>
                    <a:pt x="191002" y="59829"/>
                  </a:lnTo>
                  <a:lnTo>
                    <a:pt x="191002" y="168771"/>
                  </a:lnTo>
                  <a:lnTo>
                    <a:pt x="191002" y="168771"/>
                  </a:lnTo>
                  <a:lnTo>
                    <a:pt x="191002" y="191095"/>
                  </a:lnTo>
                  <a:lnTo>
                    <a:pt x="170474" y="191095"/>
                  </a:lnTo>
                  <a:lnTo>
                    <a:pt x="170474" y="169664"/>
                  </a:lnTo>
                  <a:cubicBezTo>
                    <a:pt x="170474" y="169664"/>
                    <a:pt x="170474" y="168771"/>
                    <a:pt x="170474" y="168771"/>
                  </a:cubicBezTo>
                  <a:lnTo>
                    <a:pt x="170474" y="59829"/>
                  </a:lnTo>
                  <a:lnTo>
                    <a:pt x="152623" y="59829"/>
                  </a:lnTo>
                  <a:lnTo>
                    <a:pt x="152623" y="46434"/>
                  </a:lnTo>
                  <a:lnTo>
                    <a:pt x="171366" y="46434"/>
                  </a:lnTo>
                  <a:cubicBezTo>
                    <a:pt x="174044" y="18752"/>
                    <a:pt x="191002" y="2679"/>
                    <a:pt x="214208" y="2679"/>
                  </a:cubicBezTo>
                  <a:cubicBezTo>
                    <a:pt x="229381" y="2679"/>
                    <a:pt x="238306" y="4465"/>
                    <a:pt x="242769" y="6251"/>
                  </a:cubicBezTo>
                  <a:lnTo>
                    <a:pt x="242769" y="25003"/>
                  </a:lnTo>
                  <a:cubicBezTo>
                    <a:pt x="242769" y="26789"/>
                    <a:pt x="242769" y="27682"/>
                    <a:pt x="242769" y="27682"/>
                  </a:cubicBezTo>
                  <a:cubicBezTo>
                    <a:pt x="242769" y="27682"/>
                    <a:pt x="241876" y="27682"/>
                    <a:pt x="241876" y="27682"/>
                  </a:cubicBezTo>
                  <a:cubicBezTo>
                    <a:pt x="234736" y="20538"/>
                    <a:pt x="227596" y="16073"/>
                    <a:pt x="209745" y="16073"/>
                  </a:cubicBezTo>
                  <a:cubicBezTo>
                    <a:pt x="196357" y="16073"/>
                    <a:pt x="187432" y="26789"/>
                    <a:pt x="190110" y="46434"/>
                  </a:cubicBezTo>
                  <a:lnTo>
                    <a:pt x="266867" y="46434"/>
                  </a:lnTo>
                  <a:cubicBezTo>
                    <a:pt x="270438" y="45541"/>
                    <a:pt x="273115" y="45541"/>
                    <a:pt x="276685" y="45541"/>
                  </a:cubicBezTo>
                  <a:cubicBezTo>
                    <a:pt x="304354" y="45541"/>
                    <a:pt x="327560" y="63401"/>
                    <a:pt x="338270" y="89297"/>
                  </a:cubicBezTo>
                  <a:cubicBezTo>
                    <a:pt x="338270" y="87511"/>
                    <a:pt x="338270" y="86618"/>
                    <a:pt x="338270" y="84832"/>
                  </a:cubicBezTo>
                  <a:cubicBezTo>
                    <a:pt x="338270" y="58043"/>
                    <a:pt x="364153" y="46434"/>
                    <a:pt x="391822" y="46434"/>
                  </a:cubicBezTo>
                  <a:cubicBezTo>
                    <a:pt x="392715" y="46434"/>
                    <a:pt x="393607" y="46434"/>
                    <a:pt x="394500" y="46434"/>
                  </a:cubicBezTo>
                  <a:cubicBezTo>
                    <a:pt x="404317" y="46434"/>
                    <a:pt x="417705" y="49113"/>
                    <a:pt x="425738" y="51792"/>
                  </a:cubicBezTo>
                  <a:lnTo>
                    <a:pt x="432878" y="70545"/>
                  </a:lnTo>
                  <a:lnTo>
                    <a:pt x="441804" y="91976"/>
                  </a:lnTo>
                  <a:lnTo>
                    <a:pt x="465010" y="148233"/>
                  </a:lnTo>
                  <a:lnTo>
                    <a:pt x="467687" y="157163"/>
                  </a:lnTo>
                  <a:lnTo>
                    <a:pt x="470365" y="148233"/>
                  </a:lnTo>
                  <a:lnTo>
                    <a:pt x="499818" y="75902"/>
                  </a:lnTo>
                  <a:cubicBezTo>
                    <a:pt x="505174" y="56257"/>
                    <a:pt x="526594" y="47327"/>
                    <a:pt x="549800" y="47327"/>
                  </a:cubicBezTo>
                  <a:cubicBezTo>
                    <a:pt x="561403" y="47327"/>
                    <a:pt x="570329" y="49113"/>
                    <a:pt x="580146" y="52685"/>
                  </a:cubicBezTo>
                  <a:lnTo>
                    <a:pt x="580146" y="74116"/>
                  </a:lnTo>
                  <a:cubicBezTo>
                    <a:pt x="567651" y="65187"/>
                    <a:pt x="557833" y="59829"/>
                    <a:pt x="543553" y="59829"/>
                  </a:cubicBezTo>
                  <a:cubicBezTo>
                    <a:pt x="531057" y="59829"/>
                    <a:pt x="515884" y="65187"/>
                    <a:pt x="515884" y="83939"/>
                  </a:cubicBezTo>
                  <a:cubicBezTo>
                    <a:pt x="515884" y="98227"/>
                    <a:pt x="523917" y="100905"/>
                    <a:pt x="548908" y="112514"/>
                  </a:cubicBezTo>
                  <a:cubicBezTo>
                    <a:pt x="569436" y="121444"/>
                    <a:pt x="588179" y="131266"/>
                    <a:pt x="588179" y="153591"/>
                  </a:cubicBezTo>
                  <a:cubicBezTo>
                    <a:pt x="588179" y="191095"/>
                    <a:pt x="550693" y="197346"/>
                    <a:pt x="532842" y="198239"/>
                  </a:cubicBezTo>
                  <a:cubicBezTo>
                    <a:pt x="516777" y="198239"/>
                    <a:pt x="501604" y="194667"/>
                    <a:pt x="493571" y="187523"/>
                  </a:cubicBezTo>
                  <a:lnTo>
                    <a:pt x="493571" y="162520"/>
                  </a:lnTo>
                  <a:lnTo>
                    <a:pt x="494463" y="163413"/>
                  </a:lnTo>
                  <a:cubicBezTo>
                    <a:pt x="508744" y="176808"/>
                    <a:pt x="522132" y="183952"/>
                    <a:pt x="539090" y="183952"/>
                  </a:cubicBezTo>
                  <a:cubicBezTo>
                    <a:pt x="556048" y="183952"/>
                    <a:pt x="570329" y="175915"/>
                    <a:pt x="570329" y="160734"/>
                  </a:cubicBezTo>
                  <a:cubicBezTo>
                    <a:pt x="570329" y="147340"/>
                    <a:pt x="558726" y="140196"/>
                    <a:pt x="538197" y="131266"/>
                  </a:cubicBezTo>
                  <a:cubicBezTo>
                    <a:pt x="518562" y="122337"/>
                    <a:pt x="506066" y="116979"/>
                    <a:pt x="500711" y="102691"/>
                  </a:cubicBezTo>
                  <a:cubicBezTo>
                    <a:pt x="492678" y="122337"/>
                    <a:pt x="455192" y="212527"/>
                    <a:pt x="447159" y="232172"/>
                  </a:cubicBezTo>
                  <a:lnTo>
                    <a:pt x="427523" y="232172"/>
                  </a:lnTo>
                  <a:lnTo>
                    <a:pt x="431986" y="223242"/>
                  </a:lnTo>
                  <a:lnTo>
                    <a:pt x="436449" y="215206"/>
                  </a:lnTo>
                  <a:lnTo>
                    <a:pt x="436449" y="215206"/>
                  </a:lnTo>
                  <a:cubicBezTo>
                    <a:pt x="441804" y="205383"/>
                    <a:pt x="448944" y="190202"/>
                    <a:pt x="455192" y="175022"/>
                  </a:cubicBezTo>
                  <a:lnTo>
                    <a:pt x="416813" y="82153"/>
                  </a:lnTo>
                  <a:cubicBezTo>
                    <a:pt x="416813" y="81260"/>
                    <a:pt x="415920" y="80367"/>
                    <a:pt x="415028" y="76795"/>
                  </a:cubicBezTo>
                  <a:cubicBezTo>
                    <a:pt x="412350" y="69652"/>
                    <a:pt x="409673" y="63401"/>
                    <a:pt x="400747" y="60722"/>
                  </a:cubicBezTo>
                  <a:cubicBezTo>
                    <a:pt x="396285" y="58936"/>
                    <a:pt x="391822" y="58043"/>
                    <a:pt x="385574" y="58043"/>
                  </a:cubicBezTo>
                  <a:cubicBezTo>
                    <a:pt x="373079" y="58043"/>
                    <a:pt x="357013" y="63401"/>
                    <a:pt x="357013" y="82153"/>
                  </a:cubicBezTo>
                  <a:cubicBezTo>
                    <a:pt x="357013" y="96441"/>
                    <a:pt x="365939" y="99120"/>
                    <a:pt x="390929" y="110728"/>
                  </a:cubicBezTo>
                  <a:cubicBezTo>
                    <a:pt x="411458" y="119658"/>
                    <a:pt x="430201" y="129480"/>
                    <a:pt x="430201" y="151805"/>
                  </a:cubicBezTo>
                  <a:cubicBezTo>
                    <a:pt x="430201" y="189309"/>
                    <a:pt x="392715" y="195560"/>
                    <a:pt x="374864" y="196453"/>
                  </a:cubicBezTo>
                  <a:cubicBezTo>
                    <a:pt x="360583" y="196453"/>
                    <a:pt x="347195" y="192881"/>
                    <a:pt x="338270" y="187523"/>
                  </a:cubicBezTo>
                  <a:lnTo>
                    <a:pt x="338270" y="164306"/>
                  </a:lnTo>
                  <a:close/>
                  <a:moveTo>
                    <a:pt x="434664" y="70545"/>
                  </a:moveTo>
                  <a:cubicBezTo>
                    <a:pt x="434664" y="71438"/>
                    <a:pt x="435556" y="72331"/>
                    <a:pt x="435556" y="73223"/>
                  </a:cubicBezTo>
                  <a:lnTo>
                    <a:pt x="443589" y="91976"/>
                  </a:lnTo>
                  <a:lnTo>
                    <a:pt x="434664" y="70545"/>
                  </a:lnTo>
                  <a:close/>
                  <a:moveTo>
                    <a:pt x="432878" y="224135"/>
                  </a:moveTo>
                  <a:cubicBezTo>
                    <a:pt x="433771" y="222349"/>
                    <a:pt x="435556" y="219670"/>
                    <a:pt x="437341" y="216098"/>
                  </a:cubicBezTo>
                  <a:lnTo>
                    <a:pt x="432878" y="224135"/>
                  </a:lnTo>
                  <a:close/>
                  <a:moveTo>
                    <a:pt x="417705" y="82153"/>
                  </a:moveTo>
                  <a:cubicBezTo>
                    <a:pt x="418598" y="83046"/>
                    <a:pt x="416813" y="80367"/>
                    <a:pt x="416813" y="80367"/>
                  </a:cubicBezTo>
                  <a:lnTo>
                    <a:pt x="417705" y="82153"/>
                  </a:lnTo>
                  <a:close/>
                  <a:moveTo>
                    <a:pt x="230274" y="123230"/>
                  </a:moveTo>
                  <a:cubicBezTo>
                    <a:pt x="231166" y="157163"/>
                    <a:pt x="252587" y="184845"/>
                    <a:pt x="277578" y="183952"/>
                  </a:cubicBezTo>
                  <a:cubicBezTo>
                    <a:pt x="303461" y="183059"/>
                    <a:pt x="323990" y="155377"/>
                    <a:pt x="323097" y="121444"/>
                  </a:cubicBezTo>
                  <a:cubicBezTo>
                    <a:pt x="322204" y="87511"/>
                    <a:pt x="300784" y="59829"/>
                    <a:pt x="275793" y="60722"/>
                  </a:cubicBezTo>
                  <a:cubicBezTo>
                    <a:pt x="249909" y="60722"/>
                    <a:pt x="229381" y="89297"/>
                    <a:pt x="230274" y="123230"/>
                  </a:cubicBezTo>
                  <a:moveTo>
                    <a:pt x="0" y="26789"/>
                  </a:moveTo>
                  <a:lnTo>
                    <a:pt x="0" y="26789"/>
                  </a:lnTo>
                  <a:lnTo>
                    <a:pt x="0" y="3572"/>
                  </a:lnTo>
                  <a:lnTo>
                    <a:pt x="22313" y="3572"/>
                  </a:lnTo>
                  <a:lnTo>
                    <a:pt x="22313" y="25896"/>
                  </a:lnTo>
                  <a:lnTo>
                    <a:pt x="22313" y="25896"/>
                  </a:lnTo>
                  <a:lnTo>
                    <a:pt x="22313" y="168771"/>
                  </a:lnTo>
                  <a:lnTo>
                    <a:pt x="22313" y="169664"/>
                  </a:lnTo>
                  <a:lnTo>
                    <a:pt x="22313" y="191988"/>
                  </a:lnTo>
                  <a:lnTo>
                    <a:pt x="0" y="191988"/>
                  </a:lnTo>
                  <a:lnTo>
                    <a:pt x="0" y="169664"/>
                  </a:lnTo>
                  <a:lnTo>
                    <a:pt x="0" y="169664"/>
                  </a:lnTo>
                  <a:lnTo>
                    <a:pt x="0" y="26789"/>
                  </a:lnTo>
                  <a:close/>
                  <a:moveTo>
                    <a:pt x="610493" y="10716"/>
                  </a:moveTo>
                  <a:lnTo>
                    <a:pt x="614955" y="10716"/>
                  </a:lnTo>
                  <a:cubicBezTo>
                    <a:pt x="616740" y="10716"/>
                    <a:pt x="618525" y="11609"/>
                    <a:pt x="618525" y="13395"/>
                  </a:cubicBezTo>
                  <a:cubicBezTo>
                    <a:pt x="618525" y="15181"/>
                    <a:pt x="616740" y="16073"/>
                    <a:pt x="615848" y="16073"/>
                  </a:cubicBezTo>
                  <a:lnTo>
                    <a:pt x="611385" y="16073"/>
                  </a:lnTo>
                  <a:lnTo>
                    <a:pt x="611385" y="10716"/>
                  </a:lnTo>
                  <a:close/>
                  <a:moveTo>
                    <a:pt x="606922" y="27682"/>
                  </a:moveTo>
                  <a:lnTo>
                    <a:pt x="610493" y="27682"/>
                  </a:lnTo>
                  <a:lnTo>
                    <a:pt x="610493" y="19645"/>
                  </a:lnTo>
                  <a:lnTo>
                    <a:pt x="614955" y="19645"/>
                  </a:lnTo>
                  <a:lnTo>
                    <a:pt x="618525" y="27682"/>
                  </a:lnTo>
                  <a:lnTo>
                    <a:pt x="622988" y="27682"/>
                  </a:lnTo>
                  <a:lnTo>
                    <a:pt x="619418" y="18752"/>
                  </a:lnTo>
                  <a:cubicBezTo>
                    <a:pt x="620310" y="17859"/>
                    <a:pt x="622988" y="16966"/>
                    <a:pt x="622988" y="13395"/>
                  </a:cubicBezTo>
                  <a:cubicBezTo>
                    <a:pt x="622988" y="7144"/>
                    <a:pt x="618525" y="7144"/>
                    <a:pt x="614955" y="7144"/>
                  </a:cubicBezTo>
                  <a:lnTo>
                    <a:pt x="607815" y="7144"/>
                  </a:lnTo>
                  <a:lnTo>
                    <a:pt x="607815" y="27682"/>
                  </a:lnTo>
                  <a:close/>
                  <a:moveTo>
                    <a:pt x="597105" y="17859"/>
                  </a:moveTo>
                  <a:cubicBezTo>
                    <a:pt x="597105" y="8930"/>
                    <a:pt x="604245" y="1786"/>
                    <a:pt x="613170" y="1786"/>
                  </a:cubicBezTo>
                  <a:cubicBezTo>
                    <a:pt x="622095" y="1786"/>
                    <a:pt x="629236" y="8930"/>
                    <a:pt x="629236" y="17859"/>
                  </a:cubicBezTo>
                  <a:cubicBezTo>
                    <a:pt x="629236" y="26789"/>
                    <a:pt x="622095" y="33933"/>
                    <a:pt x="613170" y="33933"/>
                  </a:cubicBezTo>
                  <a:cubicBezTo>
                    <a:pt x="605137" y="33933"/>
                    <a:pt x="597105" y="26789"/>
                    <a:pt x="597105" y="17859"/>
                  </a:cubicBezTo>
                  <a:moveTo>
                    <a:pt x="614063" y="37505"/>
                  </a:moveTo>
                  <a:cubicBezTo>
                    <a:pt x="624773" y="37505"/>
                    <a:pt x="632806" y="28575"/>
                    <a:pt x="632806" y="18752"/>
                  </a:cubicBezTo>
                  <a:cubicBezTo>
                    <a:pt x="632806" y="8037"/>
                    <a:pt x="623881" y="0"/>
                    <a:pt x="614063" y="0"/>
                  </a:cubicBezTo>
                  <a:cubicBezTo>
                    <a:pt x="603352" y="0"/>
                    <a:pt x="595319" y="8930"/>
                    <a:pt x="595319" y="18752"/>
                  </a:cubicBezTo>
                  <a:cubicBezTo>
                    <a:pt x="594427" y="28575"/>
                    <a:pt x="603352" y="37505"/>
                    <a:pt x="614063" y="37505"/>
                  </a:cubicBezTo>
                </a:path>
              </a:pathLst>
            </a:custGeom>
            <a:solidFill>
              <a:schemeClr val="accent1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9" name="Graphic 27">
              <a:extLst>
                <a:ext uri="{FF2B5EF4-FFF2-40B4-BE49-F238E27FC236}">
                  <a16:creationId xmlns:a16="http://schemas.microsoft.com/office/drawing/2014/main" id="{2CFD52D6-5453-6A47-CF95-5F71053B7EF6}"/>
                </a:ext>
              </a:extLst>
            </p:cNvPr>
            <p:cNvGrpSpPr/>
            <p:nvPr/>
          </p:nvGrpSpPr>
          <p:grpSpPr>
            <a:xfrm>
              <a:off x="10889077" y="6475777"/>
              <a:ext cx="922910" cy="118030"/>
              <a:chOff x="5673009" y="1856926"/>
              <a:chExt cx="1026412" cy="131266"/>
            </a:xfrm>
            <a:solidFill>
              <a:schemeClr val="accent4"/>
            </a:solidFill>
          </p:grpSpPr>
          <p:sp>
            <p:nvSpPr>
              <p:cNvPr id="11" name="Freeform 9">
                <a:extLst>
                  <a:ext uri="{FF2B5EF4-FFF2-40B4-BE49-F238E27FC236}">
                    <a16:creationId xmlns:a16="http://schemas.microsoft.com/office/drawing/2014/main" id="{2E562B91-BCB4-3F96-43E9-C1686D808350}"/>
                  </a:ext>
                </a:extLst>
              </p:cNvPr>
              <p:cNvSpPr/>
              <p:nvPr/>
            </p:nvSpPr>
            <p:spPr>
              <a:xfrm>
                <a:off x="5673009" y="1856926"/>
                <a:ext cx="97286" cy="129480"/>
              </a:xfrm>
              <a:custGeom>
                <a:avLst/>
                <a:gdLst>
                  <a:gd name="connsiteX0" fmla="*/ 96394 w 97286"/>
                  <a:gd name="connsiteY0" fmla="*/ 124123 h 129480"/>
                  <a:gd name="connsiteX1" fmla="*/ 64262 w 97286"/>
                  <a:gd name="connsiteY1" fmla="*/ 129480 h 129480"/>
                  <a:gd name="connsiteX2" fmla="*/ 0 w 97286"/>
                  <a:gd name="connsiteY2" fmla="*/ 66080 h 129480"/>
                  <a:gd name="connsiteX3" fmla="*/ 66940 w 97286"/>
                  <a:gd name="connsiteY3" fmla="*/ 0 h 129480"/>
                  <a:gd name="connsiteX4" fmla="*/ 97286 w 97286"/>
                  <a:gd name="connsiteY4" fmla="*/ 5358 h 129480"/>
                  <a:gd name="connsiteX5" fmla="*/ 91931 w 97286"/>
                  <a:gd name="connsiteY5" fmla="*/ 23217 h 129480"/>
                  <a:gd name="connsiteX6" fmla="*/ 67832 w 97286"/>
                  <a:gd name="connsiteY6" fmla="*/ 18752 h 129480"/>
                  <a:gd name="connsiteX7" fmla="*/ 24098 w 97286"/>
                  <a:gd name="connsiteY7" fmla="*/ 65187 h 129480"/>
                  <a:gd name="connsiteX8" fmla="*/ 67832 w 97286"/>
                  <a:gd name="connsiteY8" fmla="*/ 110728 h 129480"/>
                  <a:gd name="connsiteX9" fmla="*/ 92823 w 97286"/>
                  <a:gd name="connsiteY9" fmla="*/ 106263 h 129480"/>
                  <a:gd name="connsiteX10" fmla="*/ 96394 w 97286"/>
                  <a:gd name="connsiteY10" fmla="*/ 124123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9480">
                    <a:moveTo>
                      <a:pt x="96394" y="124123"/>
                    </a:moveTo>
                    <a:cubicBezTo>
                      <a:pt x="91038" y="126802"/>
                      <a:pt x="79435" y="129480"/>
                      <a:pt x="64262" y="129480"/>
                    </a:cubicBezTo>
                    <a:cubicBezTo>
                      <a:pt x="24098" y="129480"/>
                      <a:pt x="0" y="104477"/>
                      <a:pt x="0" y="66080"/>
                    </a:cubicBezTo>
                    <a:cubicBezTo>
                      <a:pt x="0" y="25003"/>
                      <a:pt x="28561" y="0"/>
                      <a:pt x="66940" y="0"/>
                    </a:cubicBezTo>
                    <a:cubicBezTo>
                      <a:pt x="82113" y="0"/>
                      <a:pt x="92823" y="3572"/>
                      <a:pt x="97286" y="5358"/>
                    </a:cubicBezTo>
                    <a:lnTo>
                      <a:pt x="91931" y="23217"/>
                    </a:lnTo>
                    <a:cubicBezTo>
                      <a:pt x="85683" y="20538"/>
                      <a:pt x="77650" y="18752"/>
                      <a:pt x="67832" y="18752"/>
                    </a:cubicBezTo>
                    <a:cubicBezTo>
                      <a:pt x="41949" y="18752"/>
                      <a:pt x="24098" y="34826"/>
                      <a:pt x="24098" y="65187"/>
                    </a:cubicBezTo>
                    <a:cubicBezTo>
                      <a:pt x="24098" y="92869"/>
                      <a:pt x="40164" y="110728"/>
                      <a:pt x="67832" y="110728"/>
                    </a:cubicBezTo>
                    <a:cubicBezTo>
                      <a:pt x="76758" y="110728"/>
                      <a:pt x="86576" y="108942"/>
                      <a:pt x="92823" y="106263"/>
                    </a:cubicBezTo>
                    <a:lnTo>
                      <a:pt x="96394" y="124123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10">
                <a:extLst>
                  <a:ext uri="{FF2B5EF4-FFF2-40B4-BE49-F238E27FC236}">
                    <a16:creationId xmlns:a16="http://schemas.microsoft.com/office/drawing/2014/main" id="{E5986111-21AD-07B0-2C39-8AB43F01D109}"/>
                  </a:ext>
                </a:extLst>
              </p:cNvPr>
              <p:cNvSpPr/>
              <p:nvPr/>
            </p:nvSpPr>
            <p:spPr>
              <a:xfrm>
                <a:off x="5779220" y="1858691"/>
                <a:ext cx="117814" cy="128608"/>
              </a:xfrm>
              <a:custGeom>
                <a:avLst/>
                <a:gdLst>
                  <a:gd name="connsiteX0" fmla="*/ 117814 w 117814"/>
                  <a:gd name="connsiteY0" fmla="*/ 62529 h 128608"/>
                  <a:gd name="connsiteX1" fmla="*/ 58015 w 117814"/>
                  <a:gd name="connsiteY1" fmla="*/ 128609 h 128608"/>
                  <a:gd name="connsiteX2" fmla="*/ 0 w 117814"/>
                  <a:gd name="connsiteY2" fmla="*/ 65208 h 128608"/>
                  <a:gd name="connsiteX3" fmla="*/ 59800 w 117814"/>
                  <a:gd name="connsiteY3" fmla="*/ 21 h 128608"/>
                  <a:gd name="connsiteX4" fmla="*/ 117814 w 117814"/>
                  <a:gd name="connsiteY4" fmla="*/ 62529 h 128608"/>
                  <a:gd name="connsiteX5" fmla="*/ 24098 w 117814"/>
                  <a:gd name="connsiteY5" fmla="*/ 64315 h 128608"/>
                  <a:gd name="connsiteX6" fmla="*/ 58907 w 117814"/>
                  <a:gd name="connsiteY6" fmla="*/ 109856 h 128608"/>
                  <a:gd name="connsiteX7" fmla="*/ 93716 w 117814"/>
                  <a:gd name="connsiteY7" fmla="*/ 63422 h 128608"/>
                  <a:gd name="connsiteX8" fmla="*/ 58907 w 117814"/>
                  <a:gd name="connsiteY8" fmla="*/ 16987 h 128608"/>
                  <a:gd name="connsiteX9" fmla="*/ 24098 w 117814"/>
                  <a:gd name="connsiteY9" fmla="*/ 64315 h 128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814" h="128608">
                    <a:moveTo>
                      <a:pt x="117814" y="62529"/>
                    </a:moveTo>
                    <a:cubicBezTo>
                      <a:pt x="117814" y="104498"/>
                      <a:pt x="91931" y="128609"/>
                      <a:pt x="58015" y="128609"/>
                    </a:cubicBezTo>
                    <a:cubicBezTo>
                      <a:pt x="22313" y="128609"/>
                      <a:pt x="0" y="101819"/>
                      <a:pt x="0" y="65208"/>
                    </a:cubicBezTo>
                    <a:cubicBezTo>
                      <a:pt x="0" y="26810"/>
                      <a:pt x="24098" y="21"/>
                      <a:pt x="59800" y="21"/>
                    </a:cubicBezTo>
                    <a:cubicBezTo>
                      <a:pt x="95501" y="-872"/>
                      <a:pt x="117814" y="26810"/>
                      <a:pt x="117814" y="62529"/>
                    </a:cubicBezTo>
                    <a:close/>
                    <a:moveTo>
                      <a:pt x="24098" y="64315"/>
                    </a:moveTo>
                    <a:cubicBezTo>
                      <a:pt x="24098" y="90211"/>
                      <a:pt x="36594" y="109856"/>
                      <a:pt x="58907" y="109856"/>
                    </a:cubicBezTo>
                    <a:cubicBezTo>
                      <a:pt x="81221" y="109856"/>
                      <a:pt x="93716" y="89318"/>
                      <a:pt x="93716" y="63422"/>
                    </a:cubicBezTo>
                    <a:cubicBezTo>
                      <a:pt x="93716" y="40205"/>
                      <a:pt x="82113" y="16987"/>
                      <a:pt x="58907" y="16987"/>
                    </a:cubicBezTo>
                    <a:cubicBezTo>
                      <a:pt x="35701" y="16987"/>
                      <a:pt x="24098" y="38419"/>
                      <a:pt x="24098" y="64315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" name="Freeform 11">
                <a:extLst>
                  <a:ext uri="{FF2B5EF4-FFF2-40B4-BE49-F238E27FC236}">
                    <a16:creationId xmlns:a16="http://schemas.microsoft.com/office/drawing/2014/main" id="{27DB19AC-49A6-6B98-8E75-AFBE0E982A7D}"/>
                  </a:ext>
                </a:extLst>
              </p:cNvPr>
              <p:cNvSpPr/>
              <p:nvPr/>
            </p:nvSpPr>
            <p:spPr>
              <a:xfrm>
                <a:off x="5913100" y="1859605"/>
                <a:ext cx="99070" cy="125015"/>
              </a:xfrm>
              <a:custGeom>
                <a:avLst/>
                <a:gdLst>
                  <a:gd name="connsiteX0" fmla="*/ 0 w 99070"/>
                  <a:gd name="connsiteY0" fmla="*/ 125016 h 125015"/>
                  <a:gd name="connsiteX1" fmla="*/ 0 w 99070"/>
                  <a:gd name="connsiteY1" fmla="*/ 0 h 125015"/>
                  <a:gd name="connsiteX2" fmla="*/ 25883 w 99070"/>
                  <a:gd name="connsiteY2" fmla="*/ 0 h 125015"/>
                  <a:gd name="connsiteX3" fmla="*/ 58015 w 99070"/>
                  <a:gd name="connsiteY3" fmla="*/ 53578 h 125015"/>
                  <a:gd name="connsiteX4" fmla="*/ 79435 w 99070"/>
                  <a:gd name="connsiteY4" fmla="*/ 95548 h 125015"/>
                  <a:gd name="connsiteX5" fmla="*/ 79435 w 99070"/>
                  <a:gd name="connsiteY5" fmla="*/ 95548 h 125015"/>
                  <a:gd name="connsiteX6" fmla="*/ 77650 w 99070"/>
                  <a:gd name="connsiteY6" fmla="*/ 43755 h 125015"/>
                  <a:gd name="connsiteX7" fmla="*/ 77650 w 99070"/>
                  <a:gd name="connsiteY7" fmla="*/ 0 h 125015"/>
                  <a:gd name="connsiteX8" fmla="*/ 99071 w 99070"/>
                  <a:gd name="connsiteY8" fmla="*/ 0 h 125015"/>
                  <a:gd name="connsiteX9" fmla="*/ 99071 w 99070"/>
                  <a:gd name="connsiteY9" fmla="*/ 125016 h 125015"/>
                  <a:gd name="connsiteX10" fmla="*/ 75865 w 99070"/>
                  <a:gd name="connsiteY10" fmla="*/ 125016 h 125015"/>
                  <a:gd name="connsiteX11" fmla="*/ 42841 w 99070"/>
                  <a:gd name="connsiteY11" fmla="*/ 69652 h 125015"/>
                  <a:gd name="connsiteX12" fmla="*/ 20528 w 99070"/>
                  <a:gd name="connsiteY12" fmla="*/ 26789 h 125015"/>
                  <a:gd name="connsiteX13" fmla="*/ 19636 w 99070"/>
                  <a:gd name="connsiteY13" fmla="*/ 26789 h 125015"/>
                  <a:gd name="connsiteX14" fmla="*/ 20528 w 99070"/>
                  <a:gd name="connsiteY14" fmla="*/ 80367 h 125015"/>
                  <a:gd name="connsiteX15" fmla="*/ 20528 w 99070"/>
                  <a:gd name="connsiteY15" fmla="*/ 125016 h 125015"/>
                  <a:gd name="connsiteX16" fmla="*/ 0 w 99070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0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3" y="0"/>
                    </a:lnTo>
                    <a:lnTo>
                      <a:pt x="58015" y="53578"/>
                    </a:lnTo>
                    <a:cubicBezTo>
                      <a:pt x="66047" y="67866"/>
                      <a:pt x="73188" y="82153"/>
                      <a:pt x="79435" y="95548"/>
                    </a:cubicBezTo>
                    <a:lnTo>
                      <a:pt x="79435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1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" name="Freeform 12">
                <a:extLst>
                  <a:ext uri="{FF2B5EF4-FFF2-40B4-BE49-F238E27FC236}">
                    <a16:creationId xmlns:a16="http://schemas.microsoft.com/office/drawing/2014/main" id="{D95CA7AB-587D-633F-A83D-D5BB9D38EE87}"/>
                  </a:ext>
                </a:extLst>
              </p:cNvPr>
              <p:cNvSpPr/>
              <p:nvPr/>
            </p:nvSpPr>
            <p:spPr>
              <a:xfrm>
                <a:off x="6030915" y="1858712"/>
                <a:ext cx="81220" cy="129480"/>
              </a:xfrm>
              <a:custGeom>
                <a:avLst/>
                <a:gdLst>
                  <a:gd name="connsiteX0" fmla="*/ 3570 w 81220"/>
                  <a:gd name="connsiteY0" fmla="*/ 101798 h 129480"/>
                  <a:gd name="connsiteX1" fmla="*/ 33916 w 81220"/>
                  <a:gd name="connsiteY1" fmla="*/ 109835 h 129480"/>
                  <a:gd name="connsiteX2" fmla="*/ 57122 w 81220"/>
                  <a:gd name="connsiteY2" fmla="*/ 92869 h 129480"/>
                  <a:gd name="connsiteX3" fmla="*/ 34809 w 81220"/>
                  <a:gd name="connsiteY3" fmla="*/ 72330 h 129480"/>
                  <a:gd name="connsiteX4" fmla="*/ 893 w 81220"/>
                  <a:gd name="connsiteY4" fmla="*/ 35719 h 129480"/>
                  <a:gd name="connsiteX5" fmla="*/ 45519 w 81220"/>
                  <a:gd name="connsiteY5" fmla="*/ 0 h 129480"/>
                  <a:gd name="connsiteX6" fmla="*/ 75865 w 81220"/>
                  <a:gd name="connsiteY6" fmla="*/ 6251 h 129480"/>
                  <a:gd name="connsiteX7" fmla="*/ 70510 w 81220"/>
                  <a:gd name="connsiteY7" fmla="*/ 25003 h 129480"/>
                  <a:gd name="connsiteX8" fmla="*/ 45519 w 81220"/>
                  <a:gd name="connsiteY8" fmla="*/ 18752 h 129480"/>
                  <a:gd name="connsiteX9" fmla="*/ 24991 w 81220"/>
                  <a:gd name="connsiteY9" fmla="*/ 33933 h 129480"/>
                  <a:gd name="connsiteX10" fmla="*/ 49089 w 81220"/>
                  <a:gd name="connsiteY10" fmla="*/ 54471 h 129480"/>
                  <a:gd name="connsiteX11" fmla="*/ 81221 w 81220"/>
                  <a:gd name="connsiteY11" fmla="*/ 91976 h 129480"/>
                  <a:gd name="connsiteX12" fmla="*/ 33916 w 81220"/>
                  <a:gd name="connsiteY12" fmla="*/ 129480 h 129480"/>
                  <a:gd name="connsiteX13" fmla="*/ 0 w 81220"/>
                  <a:gd name="connsiteY13" fmla="*/ 121444 h 129480"/>
                  <a:gd name="connsiteX14" fmla="*/ 3570 w 81220"/>
                  <a:gd name="connsiteY14" fmla="*/ 101798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20" h="129480">
                    <a:moveTo>
                      <a:pt x="3570" y="101798"/>
                    </a:moveTo>
                    <a:cubicBezTo>
                      <a:pt x="10711" y="106263"/>
                      <a:pt x="22313" y="109835"/>
                      <a:pt x="33916" y="109835"/>
                    </a:cubicBezTo>
                    <a:cubicBezTo>
                      <a:pt x="48197" y="109835"/>
                      <a:pt x="57122" y="102691"/>
                      <a:pt x="57122" y="92869"/>
                    </a:cubicBezTo>
                    <a:cubicBezTo>
                      <a:pt x="57122" y="83046"/>
                      <a:pt x="50874" y="77688"/>
                      <a:pt x="34809" y="72330"/>
                    </a:cubicBezTo>
                    <a:cubicBezTo>
                      <a:pt x="14281" y="65187"/>
                      <a:pt x="893" y="53578"/>
                      <a:pt x="893" y="35719"/>
                    </a:cubicBezTo>
                    <a:cubicBezTo>
                      <a:pt x="893" y="15180"/>
                      <a:pt x="17851" y="0"/>
                      <a:pt x="45519" y="0"/>
                    </a:cubicBezTo>
                    <a:cubicBezTo>
                      <a:pt x="58907" y="0"/>
                      <a:pt x="68725" y="2679"/>
                      <a:pt x="75865" y="6251"/>
                    </a:cubicBezTo>
                    <a:lnTo>
                      <a:pt x="70510" y="25003"/>
                    </a:lnTo>
                    <a:cubicBezTo>
                      <a:pt x="66047" y="22324"/>
                      <a:pt x="57122" y="18752"/>
                      <a:pt x="45519" y="18752"/>
                    </a:cubicBezTo>
                    <a:cubicBezTo>
                      <a:pt x="31239" y="18752"/>
                      <a:pt x="24991" y="26789"/>
                      <a:pt x="24991" y="33933"/>
                    </a:cubicBezTo>
                    <a:cubicBezTo>
                      <a:pt x="24991" y="43755"/>
                      <a:pt x="32131" y="48220"/>
                      <a:pt x="49089" y="54471"/>
                    </a:cubicBezTo>
                    <a:cubicBezTo>
                      <a:pt x="70510" y="62508"/>
                      <a:pt x="81221" y="73223"/>
                      <a:pt x="81221" y="91976"/>
                    </a:cubicBezTo>
                    <a:cubicBezTo>
                      <a:pt x="81221" y="111621"/>
                      <a:pt x="66047" y="129480"/>
                      <a:pt x="33916" y="129480"/>
                    </a:cubicBezTo>
                    <a:cubicBezTo>
                      <a:pt x="20528" y="129480"/>
                      <a:pt x="7140" y="125909"/>
                      <a:pt x="0" y="121444"/>
                    </a:cubicBezTo>
                    <a:lnTo>
                      <a:pt x="3570" y="101798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" name="Freeform 13">
                <a:extLst>
                  <a:ext uri="{FF2B5EF4-FFF2-40B4-BE49-F238E27FC236}">
                    <a16:creationId xmlns:a16="http://schemas.microsoft.com/office/drawing/2014/main" id="{36E9F071-167C-6530-E7ED-5DF36D661402}"/>
                  </a:ext>
                </a:extLst>
              </p:cNvPr>
              <p:cNvSpPr/>
              <p:nvPr/>
            </p:nvSpPr>
            <p:spPr>
              <a:xfrm>
                <a:off x="6129093" y="1859605"/>
                <a:ext cx="97286" cy="126801"/>
              </a:xfrm>
              <a:custGeom>
                <a:avLst/>
                <a:gdLst>
                  <a:gd name="connsiteX0" fmla="*/ 21421 w 97286"/>
                  <a:gd name="connsiteY0" fmla="*/ 0 h 126801"/>
                  <a:gd name="connsiteX1" fmla="*/ 21421 w 97286"/>
                  <a:gd name="connsiteY1" fmla="*/ 73223 h 126801"/>
                  <a:gd name="connsiteX2" fmla="*/ 47304 w 97286"/>
                  <a:gd name="connsiteY2" fmla="*/ 108942 h 126801"/>
                  <a:gd name="connsiteX3" fmla="*/ 74080 w 97286"/>
                  <a:gd name="connsiteY3" fmla="*/ 73223 h 126801"/>
                  <a:gd name="connsiteX4" fmla="*/ 74080 w 97286"/>
                  <a:gd name="connsiteY4" fmla="*/ 0 h 126801"/>
                  <a:gd name="connsiteX5" fmla="*/ 97286 w 97286"/>
                  <a:gd name="connsiteY5" fmla="*/ 0 h 126801"/>
                  <a:gd name="connsiteX6" fmla="*/ 97286 w 97286"/>
                  <a:gd name="connsiteY6" fmla="*/ 71438 h 126801"/>
                  <a:gd name="connsiteX7" fmla="*/ 47304 w 97286"/>
                  <a:gd name="connsiteY7" fmla="*/ 126802 h 126801"/>
                  <a:gd name="connsiteX8" fmla="*/ 0 w 97286"/>
                  <a:gd name="connsiteY8" fmla="*/ 71438 h 126801"/>
                  <a:gd name="connsiteX9" fmla="*/ 0 w 97286"/>
                  <a:gd name="connsiteY9" fmla="*/ 0 h 126801"/>
                  <a:gd name="connsiteX10" fmla="*/ 21421 w 97286"/>
                  <a:gd name="connsiteY10" fmla="*/ 0 h 126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6801">
                    <a:moveTo>
                      <a:pt x="21421" y="0"/>
                    </a:moveTo>
                    <a:lnTo>
                      <a:pt x="21421" y="73223"/>
                    </a:lnTo>
                    <a:cubicBezTo>
                      <a:pt x="21421" y="97334"/>
                      <a:pt x="31239" y="108942"/>
                      <a:pt x="47304" y="108942"/>
                    </a:cubicBezTo>
                    <a:cubicBezTo>
                      <a:pt x="64262" y="108942"/>
                      <a:pt x="74080" y="97334"/>
                      <a:pt x="74080" y="73223"/>
                    </a:cubicBezTo>
                    <a:lnTo>
                      <a:pt x="74080" y="0"/>
                    </a:lnTo>
                    <a:lnTo>
                      <a:pt x="97286" y="0"/>
                    </a:lnTo>
                    <a:lnTo>
                      <a:pt x="97286" y="71438"/>
                    </a:lnTo>
                    <a:cubicBezTo>
                      <a:pt x="97286" y="109835"/>
                      <a:pt x="77650" y="126802"/>
                      <a:pt x="47304" y="126802"/>
                    </a:cubicBezTo>
                    <a:cubicBezTo>
                      <a:pt x="18743" y="126802"/>
                      <a:pt x="0" y="110728"/>
                      <a:pt x="0" y="71438"/>
                    </a:cubicBezTo>
                    <a:lnTo>
                      <a:pt x="0" y="0"/>
                    </a:lnTo>
                    <a:lnTo>
                      <a:pt x="21421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14">
                <a:extLst>
                  <a:ext uri="{FF2B5EF4-FFF2-40B4-BE49-F238E27FC236}">
                    <a16:creationId xmlns:a16="http://schemas.microsoft.com/office/drawing/2014/main" id="{E7BDB41C-FEE4-C371-603D-FF9BB34D44D7}"/>
                  </a:ext>
                </a:extLst>
              </p:cNvPr>
              <p:cNvSpPr/>
              <p:nvPr/>
            </p:nvSpPr>
            <p:spPr>
              <a:xfrm>
                <a:off x="6248693" y="1859605"/>
                <a:ext cx="74972" cy="125015"/>
              </a:xfrm>
              <a:custGeom>
                <a:avLst/>
                <a:gdLst>
                  <a:gd name="connsiteX0" fmla="*/ 0 w 74972"/>
                  <a:gd name="connsiteY0" fmla="*/ 0 h 125015"/>
                  <a:gd name="connsiteX1" fmla="*/ 23206 w 74972"/>
                  <a:gd name="connsiteY1" fmla="*/ 0 h 125015"/>
                  <a:gd name="connsiteX2" fmla="*/ 23206 w 74972"/>
                  <a:gd name="connsiteY2" fmla="*/ 106263 h 125015"/>
                  <a:gd name="connsiteX3" fmla="*/ 74973 w 74972"/>
                  <a:gd name="connsiteY3" fmla="*/ 106263 h 125015"/>
                  <a:gd name="connsiteX4" fmla="*/ 74973 w 74972"/>
                  <a:gd name="connsiteY4" fmla="*/ 125016 h 125015"/>
                  <a:gd name="connsiteX5" fmla="*/ 893 w 74972"/>
                  <a:gd name="connsiteY5" fmla="*/ 125016 h 125015"/>
                  <a:gd name="connsiteX6" fmla="*/ 893 w 74972"/>
                  <a:gd name="connsiteY6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972" h="125015">
                    <a:moveTo>
                      <a:pt x="0" y="0"/>
                    </a:moveTo>
                    <a:lnTo>
                      <a:pt x="23206" y="0"/>
                    </a:lnTo>
                    <a:lnTo>
                      <a:pt x="23206" y="106263"/>
                    </a:lnTo>
                    <a:lnTo>
                      <a:pt x="74973" y="106263"/>
                    </a:lnTo>
                    <a:lnTo>
                      <a:pt x="74973" y="125016"/>
                    </a:lnTo>
                    <a:lnTo>
                      <a:pt x="893" y="125016"/>
                    </a:lnTo>
                    <a:lnTo>
                      <a:pt x="893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15">
                <a:extLst>
                  <a:ext uri="{FF2B5EF4-FFF2-40B4-BE49-F238E27FC236}">
                    <a16:creationId xmlns:a16="http://schemas.microsoft.com/office/drawing/2014/main" id="{7A16A7EE-38F2-15EE-FB52-7769F42F503D}"/>
                  </a:ext>
                </a:extLst>
              </p:cNvPr>
              <p:cNvSpPr/>
              <p:nvPr/>
            </p:nvSpPr>
            <p:spPr>
              <a:xfrm>
                <a:off x="6324558" y="1859605"/>
                <a:ext cx="94608" cy="125015"/>
              </a:xfrm>
              <a:custGeom>
                <a:avLst/>
                <a:gdLst>
                  <a:gd name="connsiteX0" fmla="*/ 35701 w 94608"/>
                  <a:gd name="connsiteY0" fmla="*/ 19645 h 125015"/>
                  <a:gd name="connsiteX1" fmla="*/ 0 w 94608"/>
                  <a:gd name="connsiteY1" fmla="*/ 19645 h 125015"/>
                  <a:gd name="connsiteX2" fmla="*/ 0 w 94608"/>
                  <a:gd name="connsiteY2" fmla="*/ 0 h 125015"/>
                  <a:gd name="connsiteX3" fmla="*/ 94609 w 94608"/>
                  <a:gd name="connsiteY3" fmla="*/ 0 h 125015"/>
                  <a:gd name="connsiteX4" fmla="*/ 94609 w 94608"/>
                  <a:gd name="connsiteY4" fmla="*/ 18752 h 125015"/>
                  <a:gd name="connsiteX5" fmla="*/ 58907 w 94608"/>
                  <a:gd name="connsiteY5" fmla="*/ 18752 h 125015"/>
                  <a:gd name="connsiteX6" fmla="*/ 58907 w 94608"/>
                  <a:gd name="connsiteY6" fmla="*/ 125016 h 125015"/>
                  <a:gd name="connsiteX7" fmla="*/ 35701 w 94608"/>
                  <a:gd name="connsiteY7" fmla="*/ 125016 h 125015"/>
                  <a:gd name="connsiteX8" fmla="*/ 35701 w 94608"/>
                  <a:gd name="connsiteY8" fmla="*/ 19645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608" h="125015">
                    <a:moveTo>
                      <a:pt x="35701" y="19645"/>
                    </a:moveTo>
                    <a:lnTo>
                      <a:pt x="0" y="19645"/>
                    </a:lnTo>
                    <a:lnTo>
                      <a:pt x="0" y="0"/>
                    </a:lnTo>
                    <a:lnTo>
                      <a:pt x="94609" y="0"/>
                    </a:lnTo>
                    <a:lnTo>
                      <a:pt x="94609" y="18752"/>
                    </a:lnTo>
                    <a:lnTo>
                      <a:pt x="58907" y="18752"/>
                    </a:lnTo>
                    <a:lnTo>
                      <a:pt x="58907" y="125016"/>
                    </a:lnTo>
                    <a:lnTo>
                      <a:pt x="35701" y="125016"/>
                    </a:lnTo>
                    <a:lnTo>
                      <a:pt x="35701" y="19645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F9A228BC-259C-6F1D-ECB2-464BF5486571}"/>
                  </a:ext>
                </a:extLst>
              </p:cNvPr>
              <p:cNvSpPr/>
              <p:nvPr/>
            </p:nvSpPr>
            <p:spPr>
              <a:xfrm>
                <a:off x="6430769" y="1859605"/>
                <a:ext cx="23205" cy="125015"/>
              </a:xfrm>
              <a:custGeom>
                <a:avLst/>
                <a:gdLst>
                  <a:gd name="connsiteX0" fmla="*/ 23206 w 23205"/>
                  <a:gd name="connsiteY0" fmla="*/ 0 h 125015"/>
                  <a:gd name="connsiteX1" fmla="*/ 23206 w 23205"/>
                  <a:gd name="connsiteY1" fmla="*/ 125016 h 125015"/>
                  <a:gd name="connsiteX2" fmla="*/ 0 w 23205"/>
                  <a:gd name="connsiteY2" fmla="*/ 125016 h 125015"/>
                  <a:gd name="connsiteX3" fmla="*/ 0 w 23205"/>
                  <a:gd name="connsiteY3" fmla="*/ 0 h 125015"/>
                  <a:gd name="connsiteX4" fmla="*/ 23206 w 23205"/>
                  <a:gd name="connsiteY4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05" h="125015">
                    <a:moveTo>
                      <a:pt x="23206" y="0"/>
                    </a:moveTo>
                    <a:lnTo>
                      <a:pt x="23206" y="125016"/>
                    </a:lnTo>
                    <a:lnTo>
                      <a:pt x="0" y="125016"/>
                    </a:lnTo>
                    <a:lnTo>
                      <a:pt x="0" y="0"/>
                    </a:lnTo>
                    <a:lnTo>
                      <a:pt x="23206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" name="Freeform 17">
                <a:extLst>
                  <a:ext uri="{FF2B5EF4-FFF2-40B4-BE49-F238E27FC236}">
                    <a16:creationId xmlns:a16="http://schemas.microsoft.com/office/drawing/2014/main" id="{78F55C1E-DA54-D425-262C-0E53FCDE336F}"/>
                  </a:ext>
                </a:extLst>
              </p:cNvPr>
              <p:cNvSpPr/>
              <p:nvPr/>
            </p:nvSpPr>
            <p:spPr>
              <a:xfrm>
                <a:off x="6476288" y="1859605"/>
                <a:ext cx="99071" cy="125015"/>
              </a:xfrm>
              <a:custGeom>
                <a:avLst/>
                <a:gdLst>
                  <a:gd name="connsiteX0" fmla="*/ 0 w 99071"/>
                  <a:gd name="connsiteY0" fmla="*/ 125016 h 125015"/>
                  <a:gd name="connsiteX1" fmla="*/ 0 w 99071"/>
                  <a:gd name="connsiteY1" fmla="*/ 0 h 125015"/>
                  <a:gd name="connsiteX2" fmla="*/ 25884 w 99071"/>
                  <a:gd name="connsiteY2" fmla="*/ 0 h 125015"/>
                  <a:gd name="connsiteX3" fmla="*/ 58015 w 99071"/>
                  <a:gd name="connsiteY3" fmla="*/ 53578 h 125015"/>
                  <a:gd name="connsiteX4" fmla="*/ 79436 w 99071"/>
                  <a:gd name="connsiteY4" fmla="*/ 95548 h 125015"/>
                  <a:gd name="connsiteX5" fmla="*/ 79436 w 99071"/>
                  <a:gd name="connsiteY5" fmla="*/ 95548 h 125015"/>
                  <a:gd name="connsiteX6" fmla="*/ 77650 w 99071"/>
                  <a:gd name="connsiteY6" fmla="*/ 43755 h 125015"/>
                  <a:gd name="connsiteX7" fmla="*/ 77650 w 99071"/>
                  <a:gd name="connsiteY7" fmla="*/ 0 h 125015"/>
                  <a:gd name="connsiteX8" fmla="*/ 99071 w 99071"/>
                  <a:gd name="connsiteY8" fmla="*/ 0 h 125015"/>
                  <a:gd name="connsiteX9" fmla="*/ 99071 w 99071"/>
                  <a:gd name="connsiteY9" fmla="*/ 125016 h 125015"/>
                  <a:gd name="connsiteX10" fmla="*/ 75865 w 99071"/>
                  <a:gd name="connsiteY10" fmla="*/ 125016 h 125015"/>
                  <a:gd name="connsiteX11" fmla="*/ 42842 w 99071"/>
                  <a:gd name="connsiteY11" fmla="*/ 69652 h 125015"/>
                  <a:gd name="connsiteX12" fmla="*/ 20528 w 99071"/>
                  <a:gd name="connsiteY12" fmla="*/ 26789 h 125015"/>
                  <a:gd name="connsiteX13" fmla="*/ 19636 w 99071"/>
                  <a:gd name="connsiteY13" fmla="*/ 26789 h 125015"/>
                  <a:gd name="connsiteX14" fmla="*/ 20528 w 99071"/>
                  <a:gd name="connsiteY14" fmla="*/ 80367 h 125015"/>
                  <a:gd name="connsiteX15" fmla="*/ 20528 w 99071"/>
                  <a:gd name="connsiteY15" fmla="*/ 125016 h 125015"/>
                  <a:gd name="connsiteX16" fmla="*/ 0 w 99071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1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4" y="0"/>
                    </a:lnTo>
                    <a:lnTo>
                      <a:pt x="58015" y="53578"/>
                    </a:lnTo>
                    <a:cubicBezTo>
                      <a:pt x="66048" y="67866"/>
                      <a:pt x="73188" y="82153"/>
                      <a:pt x="79436" y="95548"/>
                    </a:cubicBezTo>
                    <a:lnTo>
                      <a:pt x="79436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2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18">
                <a:extLst>
                  <a:ext uri="{FF2B5EF4-FFF2-40B4-BE49-F238E27FC236}">
                    <a16:creationId xmlns:a16="http://schemas.microsoft.com/office/drawing/2014/main" id="{D2169650-5ADA-6624-3522-3C0262CC33C1}"/>
                  </a:ext>
                </a:extLst>
              </p:cNvPr>
              <p:cNvSpPr/>
              <p:nvPr/>
            </p:nvSpPr>
            <p:spPr>
              <a:xfrm>
                <a:off x="6592318" y="1857819"/>
                <a:ext cx="107103" cy="128587"/>
              </a:xfrm>
              <a:custGeom>
                <a:avLst/>
                <a:gdLst>
                  <a:gd name="connsiteX0" fmla="*/ 107104 w 107103"/>
                  <a:gd name="connsiteY0" fmla="*/ 121444 h 128587"/>
                  <a:gd name="connsiteX1" fmla="*/ 66940 w 107103"/>
                  <a:gd name="connsiteY1" fmla="*/ 128587 h 128587"/>
                  <a:gd name="connsiteX2" fmla="*/ 17851 w 107103"/>
                  <a:gd name="connsiteY2" fmla="*/ 111621 h 128587"/>
                  <a:gd name="connsiteX3" fmla="*/ 0 w 107103"/>
                  <a:gd name="connsiteY3" fmla="*/ 65187 h 128587"/>
                  <a:gd name="connsiteX4" fmla="*/ 69618 w 107103"/>
                  <a:gd name="connsiteY4" fmla="*/ 0 h 128587"/>
                  <a:gd name="connsiteX5" fmla="*/ 102641 w 107103"/>
                  <a:gd name="connsiteY5" fmla="*/ 6251 h 128587"/>
                  <a:gd name="connsiteX6" fmla="*/ 97286 w 107103"/>
                  <a:gd name="connsiteY6" fmla="*/ 25003 h 128587"/>
                  <a:gd name="connsiteX7" fmla="*/ 68725 w 107103"/>
                  <a:gd name="connsiteY7" fmla="*/ 19645 h 128587"/>
                  <a:gd name="connsiteX8" fmla="*/ 23206 w 107103"/>
                  <a:gd name="connsiteY8" fmla="*/ 64294 h 128587"/>
                  <a:gd name="connsiteX9" fmla="*/ 66940 w 107103"/>
                  <a:gd name="connsiteY9" fmla="*/ 109835 h 128587"/>
                  <a:gd name="connsiteX10" fmla="*/ 83898 w 107103"/>
                  <a:gd name="connsiteY10" fmla="*/ 107156 h 128587"/>
                  <a:gd name="connsiteX11" fmla="*/ 83898 w 107103"/>
                  <a:gd name="connsiteY11" fmla="*/ 75902 h 128587"/>
                  <a:gd name="connsiteX12" fmla="*/ 61585 w 107103"/>
                  <a:gd name="connsiteY12" fmla="*/ 75902 h 128587"/>
                  <a:gd name="connsiteX13" fmla="*/ 61585 w 107103"/>
                  <a:gd name="connsiteY13" fmla="*/ 58043 h 128587"/>
                  <a:gd name="connsiteX14" fmla="*/ 106212 w 107103"/>
                  <a:gd name="connsiteY14" fmla="*/ 58043 h 128587"/>
                  <a:gd name="connsiteX15" fmla="*/ 106212 w 107103"/>
                  <a:gd name="connsiteY15" fmla="*/ 121444 h 128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7103" h="128587">
                    <a:moveTo>
                      <a:pt x="107104" y="121444"/>
                    </a:moveTo>
                    <a:cubicBezTo>
                      <a:pt x="99071" y="124123"/>
                      <a:pt x="83898" y="128587"/>
                      <a:pt x="66940" y="128587"/>
                    </a:cubicBezTo>
                    <a:cubicBezTo>
                      <a:pt x="45519" y="128587"/>
                      <a:pt x="29454" y="123230"/>
                      <a:pt x="17851" y="111621"/>
                    </a:cubicBezTo>
                    <a:cubicBezTo>
                      <a:pt x="7140" y="100905"/>
                      <a:pt x="0" y="84832"/>
                      <a:pt x="0" y="65187"/>
                    </a:cubicBezTo>
                    <a:cubicBezTo>
                      <a:pt x="0" y="25896"/>
                      <a:pt x="28561" y="0"/>
                      <a:pt x="69618" y="0"/>
                    </a:cubicBezTo>
                    <a:cubicBezTo>
                      <a:pt x="84791" y="0"/>
                      <a:pt x="97286" y="3572"/>
                      <a:pt x="102641" y="6251"/>
                    </a:cubicBezTo>
                    <a:lnTo>
                      <a:pt x="97286" y="25003"/>
                    </a:lnTo>
                    <a:cubicBezTo>
                      <a:pt x="90146" y="22324"/>
                      <a:pt x="82113" y="19645"/>
                      <a:pt x="68725" y="19645"/>
                    </a:cubicBezTo>
                    <a:cubicBezTo>
                      <a:pt x="41949" y="19645"/>
                      <a:pt x="23206" y="35719"/>
                      <a:pt x="23206" y="64294"/>
                    </a:cubicBezTo>
                    <a:cubicBezTo>
                      <a:pt x="23206" y="92869"/>
                      <a:pt x="41057" y="109835"/>
                      <a:pt x="66940" y="109835"/>
                    </a:cubicBezTo>
                    <a:cubicBezTo>
                      <a:pt x="74973" y="109835"/>
                      <a:pt x="81221" y="108942"/>
                      <a:pt x="83898" y="107156"/>
                    </a:cubicBezTo>
                    <a:lnTo>
                      <a:pt x="83898" y="75902"/>
                    </a:lnTo>
                    <a:lnTo>
                      <a:pt x="61585" y="75902"/>
                    </a:lnTo>
                    <a:lnTo>
                      <a:pt x="61585" y="58043"/>
                    </a:lnTo>
                    <a:lnTo>
                      <a:pt x="106212" y="58043"/>
                    </a:lnTo>
                    <a:lnTo>
                      <a:pt x="106212" y="121444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7E7D8024-E509-79BF-45B3-9D105CCB4DAA}"/>
                </a:ext>
              </a:extLst>
            </p:cNvPr>
            <p:cNvSpPr/>
            <p:nvPr/>
          </p:nvSpPr>
          <p:spPr>
            <a:xfrm>
              <a:off x="10835307" y="6421178"/>
              <a:ext cx="6420" cy="176644"/>
            </a:xfrm>
            <a:custGeom>
              <a:avLst/>
              <a:gdLst>
                <a:gd name="connsiteX0" fmla="*/ 0 w 7140"/>
                <a:gd name="connsiteY0" fmla="*/ 0 h 196453"/>
                <a:gd name="connsiteX1" fmla="*/ 7140 w 7140"/>
                <a:gd name="connsiteY1" fmla="*/ 0 h 196453"/>
                <a:gd name="connsiteX2" fmla="*/ 7140 w 7140"/>
                <a:gd name="connsiteY2" fmla="*/ 196453 h 196453"/>
                <a:gd name="connsiteX3" fmla="*/ 0 w 7140"/>
                <a:gd name="connsiteY3" fmla="*/ 196453 h 19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0" h="196453">
                  <a:moveTo>
                    <a:pt x="0" y="0"/>
                  </a:moveTo>
                  <a:lnTo>
                    <a:pt x="7140" y="0"/>
                  </a:lnTo>
                  <a:lnTo>
                    <a:pt x="7140" y="196453"/>
                  </a:lnTo>
                  <a:lnTo>
                    <a:pt x="0" y="196453"/>
                  </a:lnTo>
                  <a:close/>
                </a:path>
              </a:pathLst>
            </a:custGeom>
            <a:solidFill>
              <a:schemeClr val="accent4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73AE1B9-B685-F121-115D-0D0CD21C24AA}"/>
              </a:ext>
            </a:extLst>
          </p:cNvPr>
          <p:cNvSpPr/>
          <p:nvPr userDrawn="1"/>
        </p:nvSpPr>
        <p:spPr>
          <a:xfrm>
            <a:off x="1" y="3079532"/>
            <a:ext cx="144516" cy="1129861"/>
          </a:xfrm>
          <a:prstGeom prst="rect">
            <a:avLst/>
          </a:prstGeom>
          <a:solidFill>
            <a:srgbClr val="007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215C7C-485D-D22D-0E0A-49BD931D341F}"/>
              </a:ext>
            </a:extLst>
          </p:cNvPr>
          <p:cNvSpPr/>
          <p:nvPr userDrawn="1"/>
        </p:nvSpPr>
        <p:spPr>
          <a:xfrm>
            <a:off x="12053048" y="3075050"/>
            <a:ext cx="144516" cy="1129861"/>
          </a:xfrm>
          <a:prstGeom prst="rect">
            <a:avLst/>
          </a:prstGeom>
          <a:solidFill>
            <a:srgbClr val="007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643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4434-1B90-34E5-9E43-BA8909FA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7D48A-A999-F3EC-AF52-B3E8F3109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3FEE4-EF11-FB1C-3750-01930C31B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179CF-8C52-FB54-A704-31A4CF5D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B342E-B7E0-D31D-3707-3AA036AE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61ACC-FEB2-844E-D74B-7DFDA34A9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907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ACAB7-B10E-CF5E-8CC3-D88CEB488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6D8A9-F0C8-2965-3AE1-DB44BFF21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20036-0811-2BE3-09DF-D4E78E8B9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028E8-FCC0-4CDA-B9F9-E59DA7CE5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FFB17A-B249-B0B4-8916-165BC53C0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C17520-BD00-A733-A21C-4B30A3811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25E7D0-691E-7B43-F850-E7CA214F8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3DA48-2AFE-8BBA-7384-3CC6F058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71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E83DB-5061-5232-97D5-A413F5DD2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F3EF2-9D85-DE1C-927F-3EF8C7BDD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35FA1-FFC7-3253-FD91-9A2BA121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5C756-D1AB-7EE3-63A7-4C83CDC9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147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0E580-552E-2E04-3246-E13F38355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25D07-7F0B-40F5-A0D2-9048E12A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9AD9B-7F26-98A9-A23E-1FA31C12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793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E9FA4-F389-8E38-E0B0-56FE3B0B5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7BE07-E817-C702-21DA-4389C1B21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BFEBD-6887-1753-B78A-CDFE40103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B498C-54FC-73CC-D0FC-E6874915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35C0D-51B2-8505-BE58-26F9E3C4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35798-0BEE-3C1E-CC49-6C688F0A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35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4E55-D3DC-88F9-A420-57A017663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0FAFD-3207-A054-B071-BBD929784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5B6A63-55DD-9CB7-9DCA-9ADA33C07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31E40-5BF5-3A86-1FAB-A90F49E0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5204C-07B4-5E41-2395-263DCE2C4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D2EAA-D508-4818-31B0-9CF61158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0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81F5-B8AA-9159-442F-4711303D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6FD41-019C-8CC9-E199-0EA70EE1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B2065-0D62-9764-BA2D-D91E6669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31A4A-AF2F-C8ED-EDFB-0CE71A527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DABD7-1B84-9A2E-43D9-DB78BE14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071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2121E7-1216-B67E-114D-68F25D60A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0048B-654B-E944-48E5-D4A1FC4F3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7A358-8AAB-8151-A1F2-D2CD7E221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A8FC-829F-D0C3-4326-207F663B6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20055-B046-A10D-10E7-52D53183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046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35100" y="2484800"/>
            <a:ext cx="6616800" cy="188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712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25AD073-2AD5-2631-B998-C3B6857D80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5476924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395" imgH="396" progId="TCLayout.ActiveDocument.1">
                  <p:embed/>
                </p:oleObj>
              </mc:Choice>
              <mc:Fallback>
                <p:oleObj name="think-cell Slide" r:id="rId15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5AD073-2AD5-2631-B998-C3B6857D8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98CD3-BAB3-D4EE-86AE-581748137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C5D05-D47B-DEB4-FF87-717293522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112E6-F2F8-5B82-6311-6BFB1B3D8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07C70-07FE-4016-AA60-5A8B72001B5B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BBB04-AEDC-04FC-F214-C78824EF1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6B14B-C83C-EE60-74AA-7006CE7B6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99B36-4CC6-4EC2-B880-D70C59E41B6E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16AC524-1DA5-0CC5-25B4-64A1FBECEFFF}"/>
              </a:ext>
            </a:extLst>
          </p:cNvPr>
          <p:cNvGrpSpPr/>
          <p:nvPr userDrawn="1"/>
        </p:nvGrpSpPr>
        <p:grpSpPr>
          <a:xfrm>
            <a:off x="10222173" y="6419572"/>
            <a:ext cx="1589814" cy="208760"/>
            <a:chOff x="10222173" y="6419572"/>
            <a:chExt cx="1589814" cy="208760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968CD033-47D4-8E35-38DA-2263BE88859E}"/>
                </a:ext>
              </a:extLst>
            </p:cNvPr>
            <p:cNvSpPr/>
            <p:nvPr/>
          </p:nvSpPr>
          <p:spPr>
            <a:xfrm>
              <a:off x="10222173" y="6419572"/>
              <a:ext cx="568994" cy="208760"/>
            </a:xfrm>
            <a:custGeom>
              <a:avLst/>
              <a:gdLst>
                <a:gd name="connsiteX0" fmla="*/ 64262 w 632805"/>
                <a:gd name="connsiteY0" fmla="*/ 48220 h 232171"/>
                <a:gd name="connsiteX1" fmla="*/ 64262 w 632805"/>
                <a:gd name="connsiteY1" fmla="*/ 64294 h 232171"/>
                <a:gd name="connsiteX2" fmla="*/ 64262 w 632805"/>
                <a:gd name="connsiteY2" fmla="*/ 65187 h 232171"/>
                <a:gd name="connsiteX3" fmla="*/ 64262 w 632805"/>
                <a:gd name="connsiteY3" fmla="*/ 65187 h 232171"/>
                <a:gd name="connsiteX4" fmla="*/ 65155 w 632805"/>
                <a:gd name="connsiteY4" fmla="*/ 63401 h 232171"/>
                <a:gd name="connsiteX5" fmla="*/ 108889 w 632805"/>
                <a:gd name="connsiteY5" fmla="*/ 45541 h 232171"/>
                <a:gd name="connsiteX6" fmla="*/ 149053 w 632805"/>
                <a:gd name="connsiteY6" fmla="*/ 78581 h 232171"/>
                <a:gd name="connsiteX7" fmla="*/ 149053 w 632805"/>
                <a:gd name="connsiteY7" fmla="*/ 168771 h 232171"/>
                <a:gd name="connsiteX8" fmla="*/ 149053 w 632805"/>
                <a:gd name="connsiteY8" fmla="*/ 168771 h 232171"/>
                <a:gd name="connsiteX9" fmla="*/ 149053 w 632805"/>
                <a:gd name="connsiteY9" fmla="*/ 191095 h 232171"/>
                <a:gd name="connsiteX10" fmla="*/ 128525 w 632805"/>
                <a:gd name="connsiteY10" fmla="*/ 191095 h 232171"/>
                <a:gd name="connsiteX11" fmla="*/ 128525 w 632805"/>
                <a:gd name="connsiteY11" fmla="*/ 164306 h 232171"/>
                <a:gd name="connsiteX12" fmla="*/ 128525 w 632805"/>
                <a:gd name="connsiteY12" fmla="*/ 87511 h 232171"/>
                <a:gd name="connsiteX13" fmla="*/ 97286 w 632805"/>
                <a:gd name="connsiteY13" fmla="*/ 59829 h 232171"/>
                <a:gd name="connsiteX14" fmla="*/ 64262 w 632805"/>
                <a:gd name="connsiteY14" fmla="*/ 85725 h 232171"/>
                <a:gd name="connsiteX15" fmla="*/ 64262 w 632805"/>
                <a:gd name="connsiteY15" fmla="*/ 167878 h 232171"/>
                <a:gd name="connsiteX16" fmla="*/ 64262 w 632805"/>
                <a:gd name="connsiteY16" fmla="*/ 168771 h 232171"/>
                <a:gd name="connsiteX17" fmla="*/ 64262 w 632805"/>
                <a:gd name="connsiteY17" fmla="*/ 191095 h 232171"/>
                <a:gd name="connsiteX18" fmla="*/ 43734 w 632805"/>
                <a:gd name="connsiteY18" fmla="*/ 191095 h 232171"/>
                <a:gd name="connsiteX19" fmla="*/ 43734 w 632805"/>
                <a:gd name="connsiteY19" fmla="*/ 167878 h 232171"/>
                <a:gd name="connsiteX20" fmla="*/ 43734 w 632805"/>
                <a:gd name="connsiteY20" fmla="*/ 65187 h 232171"/>
                <a:gd name="connsiteX21" fmla="*/ 43734 w 632805"/>
                <a:gd name="connsiteY21" fmla="*/ 46434 h 232171"/>
                <a:gd name="connsiteX22" fmla="*/ 47304 w 632805"/>
                <a:gd name="connsiteY22" fmla="*/ 46434 h 232171"/>
                <a:gd name="connsiteX23" fmla="*/ 58015 w 632805"/>
                <a:gd name="connsiteY23" fmla="*/ 46434 h 232171"/>
                <a:gd name="connsiteX24" fmla="*/ 64262 w 632805"/>
                <a:gd name="connsiteY24" fmla="*/ 46434 h 232171"/>
                <a:gd name="connsiteX25" fmla="*/ 339163 w 632805"/>
                <a:gd name="connsiteY25" fmla="*/ 164306 h 232171"/>
                <a:gd name="connsiteX26" fmla="*/ 382004 w 632805"/>
                <a:gd name="connsiteY26" fmla="*/ 183952 h 232171"/>
                <a:gd name="connsiteX27" fmla="*/ 413243 w 632805"/>
                <a:gd name="connsiteY27" fmla="*/ 160734 h 232171"/>
                <a:gd name="connsiteX28" fmla="*/ 381112 w 632805"/>
                <a:gd name="connsiteY28" fmla="*/ 131266 h 232171"/>
                <a:gd name="connsiteX29" fmla="*/ 343625 w 632805"/>
                <a:gd name="connsiteY29" fmla="*/ 107156 h 232171"/>
                <a:gd name="connsiteX30" fmla="*/ 344518 w 632805"/>
                <a:gd name="connsiteY30" fmla="*/ 121444 h 232171"/>
                <a:gd name="connsiteX31" fmla="*/ 276685 w 632805"/>
                <a:gd name="connsiteY31" fmla="*/ 197346 h 232171"/>
                <a:gd name="connsiteX32" fmla="*/ 208853 w 632805"/>
                <a:gd name="connsiteY32" fmla="*/ 121444 h 232171"/>
                <a:gd name="connsiteX33" fmla="*/ 237414 w 632805"/>
                <a:gd name="connsiteY33" fmla="*/ 59829 h 232171"/>
                <a:gd name="connsiteX34" fmla="*/ 191002 w 632805"/>
                <a:gd name="connsiteY34" fmla="*/ 59829 h 232171"/>
                <a:gd name="connsiteX35" fmla="*/ 191002 w 632805"/>
                <a:gd name="connsiteY35" fmla="*/ 168771 h 232171"/>
                <a:gd name="connsiteX36" fmla="*/ 191002 w 632805"/>
                <a:gd name="connsiteY36" fmla="*/ 168771 h 232171"/>
                <a:gd name="connsiteX37" fmla="*/ 191002 w 632805"/>
                <a:gd name="connsiteY37" fmla="*/ 191095 h 232171"/>
                <a:gd name="connsiteX38" fmla="*/ 170474 w 632805"/>
                <a:gd name="connsiteY38" fmla="*/ 191095 h 232171"/>
                <a:gd name="connsiteX39" fmla="*/ 170474 w 632805"/>
                <a:gd name="connsiteY39" fmla="*/ 169664 h 232171"/>
                <a:gd name="connsiteX40" fmla="*/ 170474 w 632805"/>
                <a:gd name="connsiteY40" fmla="*/ 168771 h 232171"/>
                <a:gd name="connsiteX41" fmla="*/ 170474 w 632805"/>
                <a:gd name="connsiteY41" fmla="*/ 59829 h 232171"/>
                <a:gd name="connsiteX42" fmla="*/ 152623 w 632805"/>
                <a:gd name="connsiteY42" fmla="*/ 59829 h 232171"/>
                <a:gd name="connsiteX43" fmla="*/ 152623 w 632805"/>
                <a:gd name="connsiteY43" fmla="*/ 46434 h 232171"/>
                <a:gd name="connsiteX44" fmla="*/ 171366 w 632805"/>
                <a:gd name="connsiteY44" fmla="*/ 46434 h 232171"/>
                <a:gd name="connsiteX45" fmla="*/ 214208 w 632805"/>
                <a:gd name="connsiteY45" fmla="*/ 2679 h 232171"/>
                <a:gd name="connsiteX46" fmla="*/ 242769 w 632805"/>
                <a:gd name="connsiteY46" fmla="*/ 6251 h 232171"/>
                <a:gd name="connsiteX47" fmla="*/ 242769 w 632805"/>
                <a:gd name="connsiteY47" fmla="*/ 25003 h 232171"/>
                <a:gd name="connsiteX48" fmla="*/ 242769 w 632805"/>
                <a:gd name="connsiteY48" fmla="*/ 27682 h 232171"/>
                <a:gd name="connsiteX49" fmla="*/ 241876 w 632805"/>
                <a:gd name="connsiteY49" fmla="*/ 27682 h 232171"/>
                <a:gd name="connsiteX50" fmla="*/ 209745 w 632805"/>
                <a:gd name="connsiteY50" fmla="*/ 16073 h 232171"/>
                <a:gd name="connsiteX51" fmla="*/ 190110 w 632805"/>
                <a:gd name="connsiteY51" fmla="*/ 46434 h 232171"/>
                <a:gd name="connsiteX52" fmla="*/ 266867 w 632805"/>
                <a:gd name="connsiteY52" fmla="*/ 46434 h 232171"/>
                <a:gd name="connsiteX53" fmla="*/ 276685 w 632805"/>
                <a:gd name="connsiteY53" fmla="*/ 45541 h 232171"/>
                <a:gd name="connsiteX54" fmla="*/ 338270 w 632805"/>
                <a:gd name="connsiteY54" fmla="*/ 89297 h 232171"/>
                <a:gd name="connsiteX55" fmla="*/ 338270 w 632805"/>
                <a:gd name="connsiteY55" fmla="*/ 84832 h 232171"/>
                <a:gd name="connsiteX56" fmla="*/ 391822 w 632805"/>
                <a:gd name="connsiteY56" fmla="*/ 46434 h 232171"/>
                <a:gd name="connsiteX57" fmla="*/ 394500 w 632805"/>
                <a:gd name="connsiteY57" fmla="*/ 46434 h 232171"/>
                <a:gd name="connsiteX58" fmla="*/ 425738 w 632805"/>
                <a:gd name="connsiteY58" fmla="*/ 51792 h 232171"/>
                <a:gd name="connsiteX59" fmla="*/ 432878 w 632805"/>
                <a:gd name="connsiteY59" fmla="*/ 70545 h 232171"/>
                <a:gd name="connsiteX60" fmla="*/ 441804 w 632805"/>
                <a:gd name="connsiteY60" fmla="*/ 91976 h 232171"/>
                <a:gd name="connsiteX61" fmla="*/ 465010 w 632805"/>
                <a:gd name="connsiteY61" fmla="*/ 148233 h 232171"/>
                <a:gd name="connsiteX62" fmla="*/ 467687 w 632805"/>
                <a:gd name="connsiteY62" fmla="*/ 157163 h 232171"/>
                <a:gd name="connsiteX63" fmla="*/ 470365 w 632805"/>
                <a:gd name="connsiteY63" fmla="*/ 148233 h 232171"/>
                <a:gd name="connsiteX64" fmla="*/ 499818 w 632805"/>
                <a:gd name="connsiteY64" fmla="*/ 75902 h 232171"/>
                <a:gd name="connsiteX65" fmla="*/ 549800 w 632805"/>
                <a:gd name="connsiteY65" fmla="*/ 47327 h 232171"/>
                <a:gd name="connsiteX66" fmla="*/ 580146 w 632805"/>
                <a:gd name="connsiteY66" fmla="*/ 52685 h 232171"/>
                <a:gd name="connsiteX67" fmla="*/ 580146 w 632805"/>
                <a:gd name="connsiteY67" fmla="*/ 74116 h 232171"/>
                <a:gd name="connsiteX68" fmla="*/ 543553 w 632805"/>
                <a:gd name="connsiteY68" fmla="*/ 59829 h 232171"/>
                <a:gd name="connsiteX69" fmla="*/ 515884 w 632805"/>
                <a:gd name="connsiteY69" fmla="*/ 83939 h 232171"/>
                <a:gd name="connsiteX70" fmla="*/ 548908 w 632805"/>
                <a:gd name="connsiteY70" fmla="*/ 112514 h 232171"/>
                <a:gd name="connsiteX71" fmla="*/ 588179 w 632805"/>
                <a:gd name="connsiteY71" fmla="*/ 153591 h 232171"/>
                <a:gd name="connsiteX72" fmla="*/ 532842 w 632805"/>
                <a:gd name="connsiteY72" fmla="*/ 198239 h 232171"/>
                <a:gd name="connsiteX73" fmla="*/ 493571 w 632805"/>
                <a:gd name="connsiteY73" fmla="*/ 187523 h 232171"/>
                <a:gd name="connsiteX74" fmla="*/ 493571 w 632805"/>
                <a:gd name="connsiteY74" fmla="*/ 162520 h 232171"/>
                <a:gd name="connsiteX75" fmla="*/ 494463 w 632805"/>
                <a:gd name="connsiteY75" fmla="*/ 163413 h 232171"/>
                <a:gd name="connsiteX76" fmla="*/ 539090 w 632805"/>
                <a:gd name="connsiteY76" fmla="*/ 183952 h 232171"/>
                <a:gd name="connsiteX77" fmla="*/ 570329 w 632805"/>
                <a:gd name="connsiteY77" fmla="*/ 160734 h 232171"/>
                <a:gd name="connsiteX78" fmla="*/ 538197 w 632805"/>
                <a:gd name="connsiteY78" fmla="*/ 131266 h 232171"/>
                <a:gd name="connsiteX79" fmla="*/ 500711 w 632805"/>
                <a:gd name="connsiteY79" fmla="*/ 102691 h 232171"/>
                <a:gd name="connsiteX80" fmla="*/ 447159 w 632805"/>
                <a:gd name="connsiteY80" fmla="*/ 232172 h 232171"/>
                <a:gd name="connsiteX81" fmla="*/ 427523 w 632805"/>
                <a:gd name="connsiteY81" fmla="*/ 232172 h 232171"/>
                <a:gd name="connsiteX82" fmla="*/ 431986 w 632805"/>
                <a:gd name="connsiteY82" fmla="*/ 223242 h 232171"/>
                <a:gd name="connsiteX83" fmla="*/ 436449 w 632805"/>
                <a:gd name="connsiteY83" fmla="*/ 215206 h 232171"/>
                <a:gd name="connsiteX84" fmla="*/ 436449 w 632805"/>
                <a:gd name="connsiteY84" fmla="*/ 215206 h 232171"/>
                <a:gd name="connsiteX85" fmla="*/ 455192 w 632805"/>
                <a:gd name="connsiteY85" fmla="*/ 175022 h 232171"/>
                <a:gd name="connsiteX86" fmla="*/ 416813 w 632805"/>
                <a:gd name="connsiteY86" fmla="*/ 82153 h 232171"/>
                <a:gd name="connsiteX87" fmla="*/ 415028 w 632805"/>
                <a:gd name="connsiteY87" fmla="*/ 76795 h 232171"/>
                <a:gd name="connsiteX88" fmla="*/ 400747 w 632805"/>
                <a:gd name="connsiteY88" fmla="*/ 60722 h 232171"/>
                <a:gd name="connsiteX89" fmla="*/ 385574 w 632805"/>
                <a:gd name="connsiteY89" fmla="*/ 58043 h 232171"/>
                <a:gd name="connsiteX90" fmla="*/ 357013 w 632805"/>
                <a:gd name="connsiteY90" fmla="*/ 82153 h 232171"/>
                <a:gd name="connsiteX91" fmla="*/ 390929 w 632805"/>
                <a:gd name="connsiteY91" fmla="*/ 110728 h 232171"/>
                <a:gd name="connsiteX92" fmla="*/ 430201 w 632805"/>
                <a:gd name="connsiteY92" fmla="*/ 151805 h 232171"/>
                <a:gd name="connsiteX93" fmla="*/ 374864 w 632805"/>
                <a:gd name="connsiteY93" fmla="*/ 196453 h 232171"/>
                <a:gd name="connsiteX94" fmla="*/ 338270 w 632805"/>
                <a:gd name="connsiteY94" fmla="*/ 187523 h 232171"/>
                <a:gd name="connsiteX95" fmla="*/ 338270 w 632805"/>
                <a:gd name="connsiteY95" fmla="*/ 164306 h 232171"/>
                <a:gd name="connsiteX96" fmla="*/ 434664 w 632805"/>
                <a:gd name="connsiteY96" fmla="*/ 70545 h 232171"/>
                <a:gd name="connsiteX97" fmla="*/ 435556 w 632805"/>
                <a:gd name="connsiteY97" fmla="*/ 73223 h 232171"/>
                <a:gd name="connsiteX98" fmla="*/ 443589 w 632805"/>
                <a:gd name="connsiteY98" fmla="*/ 91976 h 232171"/>
                <a:gd name="connsiteX99" fmla="*/ 434664 w 632805"/>
                <a:gd name="connsiteY99" fmla="*/ 70545 h 232171"/>
                <a:gd name="connsiteX100" fmla="*/ 432878 w 632805"/>
                <a:gd name="connsiteY100" fmla="*/ 224135 h 232171"/>
                <a:gd name="connsiteX101" fmla="*/ 437341 w 632805"/>
                <a:gd name="connsiteY101" fmla="*/ 216098 h 232171"/>
                <a:gd name="connsiteX102" fmla="*/ 432878 w 632805"/>
                <a:gd name="connsiteY102" fmla="*/ 224135 h 232171"/>
                <a:gd name="connsiteX103" fmla="*/ 417705 w 632805"/>
                <a:gd name="connsiteY103" fmla="*/ 82153 h 232171"/>
                <a:gd name="connsiteX104" fmla="*/ 416813 w 632805"/>
                <a:gd name="connsiteY104" fmla="*/ 80367 h 232171"/>
                <a:gd name="connsiteX105" fmla="*/ 417705 w 632805"/>
                <a:gd name="connsiteY105" fmla="*/ 82153 h 232171"/>
                <a:gd name="connsiteX106" fmla="*/ 230274 w 632805"/>
                <a:gd name="connsiteY106" fmla="*/ 123230 h 232171"/>
                <a:gd name="connsiteX107" fmla="*/ 277578 w 632805"/>
                <a:gd name="connsiteY107" fmla="*/ 183952 h 232171"/>
                <a:gd name="connsiteX108" fmla="*/ 323097 w 632805"/>
                <a:gd name="connsiteY108" fmla="*/ 121444 h 232171"/>
                <a:gd name="connsiteX109" fmla="*/ 275793 w 632805"/>
                <a:gd name="connsiteY109" fmla="*/ 60722 h 232171"/>
                <a:gd name="connsiteX110" fmla="*/ 230274 w 632805"/>
                <a:gd name="connsiteY110" fmla="*/ 123230 h 232171"/>
                <a:gd name="connsiteX111" fmla="*/ 0 w 632805"/>
                <a:gd name="connsiteY111" fmla="*/ 26789 h 232171"/>
                <a:gd name="connsiteX112" fmla="*/ 0 w 632805"/>
                <a:gd name="connsiteY112" fmla="*/ 26789 h 232171"/>
                <a:gd name="connsiteX113" fmla="*/ 0 w 632805"/>
                <a:gd name="connsiteY113" fmla="*/ 3572 h 232171"/>
                <a:gd name="connsiteX114" fmla="*/ 22313 w 632805"/>
                <a:gd name="connsiteY114" fmla="*/ 3572 h 232171"/>
                <a:gd name="connsiteX115" fmla="*/ 22313 w 632805"/>
                <a:gd name="connsiteY115" fmla="*/ 25896 h 232171"/>
                <a:gd name="connsiteX116" fmla="*/ 22313 w 632805"/>
                <a:gd name="connsiteY116" fmla="*/ 25896 h 232171"/>
                <a:gd name="connsiteX117" fmla="*/ 22313 w 632805"/>
                <a:gd name="connsiteY117" fmla="*/ 168771 h 232171"/>
                <a:gd name="connsiteX118" fmla="*/ 22313 w 632805"/>
                <a:gd name="connsiteY118" fmla="*/ 169664 h 232171"/>
                <a:gd name="connsiteX119" fmla="*/ 22313 w 632805"/>
                <a:gd name="connsiteY119" fmla="*/ 191988 h 232171"/>
                <a:gd name="connsiteX120" fmla="*/ 0 w 632805"/>
                <a:gd name="connsiteY120" fmla="*/ 191988 h 232171"/>
                <a:gd name="connsiteX121" fmla="*/ 0 w 632805"/>
                <a:gd name="connsiteY121" fmla="*/ 169664 h 232171"/>
                <a:gd name="connsiteX122" fmla="*/ 0 w 632805"/>
                <a:gd name="connsiteY122" fmla="*/ 169664 h 232171"/>
                <a:gd name="connsiteX123" fmla="*/ 0 w 632805"/>
                <a:gd name="connsiteY123" fmla="*/ 26789 h 232171"/>
                <a:gd name="connsiteX124" fmla="*/ 610493 w 632805"/>
                <a:gd name="connsiteY124" fmla="*/ 10716 h 232171"/>
                <a:gd name="connsiteX125" fmla="*/ 614955 w 632805"/>
                <a:gd name="connsiteY125" fmla="*/ 10716 h 232171"/>
                <a:gd name="connsiteX126" fmla="*/ 618525 w 632805"/>
                <a:gd name="connsiteY126" fmla="*/ 13395 h 232171"/>
                <a:gd name="connsiteX127" fmla="*/ 615848 w 632805"/>
                <a:gd name="connsiteY127" fmla="*/ 16073 h 232171"/>
                <a:gd name="connsiteX128" fmla="*/ 611385 w 632805"/>
                <a:gd name="connsiteY128" fmla="*/ 16073 h 232171"/>
                <a:gd name="connsiteX129" fmla="*/ 611385 w 632805"/>
                <a:gd name="connsiteY129" fmla="*/ 10716 h 232171"/>
                <a:gd name="connsiteX130" fmla="*/ 606922 w 632805"/>
                <a:gd name="connsiteY130" fmla="*/ 27682 h 232171"/>
                <a:gd name="connsiteX131" fmla="*/ 610493 w 632805"/>
                <a:gd name="connsiteY131" fmla="*/ 27682 h 232171"/>
                <a:gd name="connsiteX132" fmla="*/ 610493 w 632805"/>
                <a:gd name="connsiteY132" fmla="*/ 19645 h 232171"/>
                <a:gd name="connsiteX133" fmla="*/ 614955 w 632805"/>
                <a:gd name="connsiteY133" fmla="*/ 19645 h 232171"/>
                <a:gd name="connsiteX134" fmla="*/ 618525 w 632805"/>
                <a:gd name="connsiteY134" fmla="*/ 27682 h 232171"/>
                <a:gd name="connsiteX135" fmla="*/ 622988 w 632805"/>
                <a:gd name="connsiteY135" fmla="*/ 27682 h 232171"/>
                <a:gd name="connsiteX136" fmla="*/ 619418 w 632805"/>
                <a:gd name="connsiteY136" fmla="*/ 18752 h 232171"/>
                <a:gd name="connsiteX137" fmla="*/ 622988 w 632805"/>
                <a:gd name="connsiteY137" fmla="*/ 13395 h 232171"/>
                <a:gd name="connsiteX138" fmla="*/ 614955 w 632805"/>
                <a:gd name="connsiteY138" fmla="*/ 7144 h 232171"/>
                <a:gd name="connsiteX139" fmla="*/ 607815 w 632805"/>
                <a:gd name="connsiteY139" fmla="*/ 7144 h 232171"/>
                <a:gd name="connsiteX140" fmla="*/ 607815 w 632805"/>
                <a:gd name="connsiteY140" fmla="*/ 27682 h 232171"/>
                <a:gd name="connsiteX141" fmla="*/ 597105 w 632805"/>
                <a:gd name="connsiteY141" fmla="*/ 17859 h 232171"/>
                <a:gd name="connsiteX142" fmla="*/ 613170 w 632805"/>
                <a:gd name="connsiteY142" fmla="*/ 1786 h 232171"/>
                <a:gd name="connsiteX143" fmla="*/ 629236 w 632805"/>
                <a:gd name="connsiteY143" fmla="*/ 17859 h 232171"/>
                <a:gd name="connsiteX144" fmla="*/ 613170 w 632805"/>
                <a:gd name="connsiteY144" fmla="*/ 33933 h 232171"/>
                <a:gd name="connsiteX145" fmla="*/ 597105 w 632805"/>
                <a:gd name="connsiteY145" fmla="*/ 17859 h 232171"/>
                <a:gd name="connsiteX146" fmla="*/ 614063 w 632805"/>
                <a:gd name="connsiteY146" fmla="*/ 37505 h 232171"/>
                <a:gd name="connsiteX147" fmla="*/ 632806 w 632805"/>
                <a:gd name="connsiteY147" fmla="*/ 18752 h 232171"/>
                <a:gd name="connsiteX148" fmla="*/ 614063 w 632805"/>
                <a:gd name="connsiteY148" fmla="*/ 0 h 232171"/>
                <a:gd name="connsiteX149" fmla="*/ 595319 w 632805"/>
                <a:gd name="connsiteY149" fmla="*/ 18752 h 232171"/>
                <a:gd name="connsiteX150" fmla="*/ 614063 w 632805"/>
                <a:gd name="connsiteY150" fmla="*/ 37505 h 23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632805" h="232171">
                  <a:moveTo>
                    <a:pt x="64262" y="48220"/>
                  </a:moveTo>
                  <a:lnTo>
                    <a:pt x="64262" y="64294"/>
                  </a:lnTo>
                  <a:lnTo>
                    <a:pt x="64262" y="65187"/>
                  </a:lnTo>
                  <a:lnTo>
                    <a:pt x="64262" y="65187"/>
                  </a:lnTo>
                  <a:cubicBezTo>
                    <a:pt x="64262" y="64294"/>
                    <a:pt x="65155" y="64294"/>
                    <a:pt x="65155" y="63401"/>
                  </a:cubicBezTo>
                  <a:cubicBezTo>
                    <a:pt x="73188" y="54471"/>
                    <a:pt x="83898" y="45541"/>
                    <a:pt x="108889" y="45541"/>
                  </a:cubicBezTo>
                  <a:cubicBezTo>
                    <a:pt x="132987" y="45541"/>
                    <a:pt x="148161" y="66080"/>
                    <a:pt x="149053" y="78581"/>
                  </a:cubicBezTo>
                  <a:lnTo>
                    <a:pt x="149053" y="168771"/>
                  </a:lnTo>
                  <a:lnTo>
                    <a:pt x="149053" y="168771"/>
                  </a:lnTo>
                  <a:lnTo>
                    <a:pt x="149053" y="191095"/>
                  </a:lnTo>
                  <a:lnTo>
                    <a:pt x="128525" y="191095"/>
                  </a:lnTo>
                  <a:lnTo>
                    <a:pt x="128525" y="164306"/>
                  </a:lnTo>
                  <a:lnTo>
                    <a:pt x="128525" y="87511"/>
                  </a:lnTo>
                  <a:cubicBezTo>
                    <a:pt x="128525" y="71438"/>
                    <a:pt x="114244" y="59829"/>
                    <a:pt x="97286" y="59829"/>
                  </a:cubicBezTo>
                  <a:cubicBezTo>
                    <a:pt x="83006" y="59829"/>
                    <a:pt x="65155" y="72331"/>
                    <a:pt x="64262" y="85725"/>
                  </a:cubicBezTo>
                  <a:lnTo>
                    <a:pt x="64262" y="167878"/>
                  </a:lnTo>
                  <a:lnTo>
                    <a:pt x="64262" y="168771"/>
                  </a:lnTo>
                  <a:lnTo>
                    <a:pt x="64262" y="191095"/>
                  </a:lnTo>
                  <a:lnTo>
                    <a:pt x="43734" y="191095"/>
                  </a:lnTo>
                  <a:lnTo>
                    <a:pt x="43734" y="167878"/>
                  </a:lnTo>
                  <a:lnTo>
                    <a:pt x="43734" y="65187"/>
                  </a:lnTo>
                  <a:lnTo>
                    <a:pt x="43734" y="46434"/>
                  </a:lnTo>
                  <a:lnTo>
                    <a:pt x="47304" y="46434"/>
                  </a:lnTo>
                  <a:lnTo>
                    <a:pt x="58015" y="46434"/>
                  </a:lnTo>
                  <a:lnTo>
                    <a:pt x="64262" y="46434"/>
                  </a:lnTo>
                  <a:close/>
                  <a:moveTo>
                    <a:pt x="339163" y="164306"/>
                  </a:moveTo>
                  <a:cubicBezTo>
                    <a:pt x="353443" y="176808"/>
                    <a:pt x="365939" y="183952"/>
                    <a:pt x="382004" y="183952"/>
                  </a:cubicBezTo>
                  <a:cubicBezTo>
                    <a:pt x="398070" y="183952"/>
                    <a:pt x="413243" y="175915"/>
                    <a:pt x="413243" y="160734"/>
                  </a:cubicBezTo>
                  <a:cubicBezTo>
                    <a:pt x="413243" y="147340"/>
                    <a:pt x="401640" y="140196"/>
                    <a:pt x="381112" y="131266"/>
                  </a:cubicBezTo>
                  <a:cubicBezTo>
                    <a:pt x="364153" y="124123"/>
                    <a:pt x="350765" y="118765"/>
                    <a:pt x="343625" y="107156"/>
                  </a:cubicBezTo>
                  <a:cubicBezTo>
                    <a:pt x="344518" y="111621"/>
                    <a:pt x="344518" y="116979"/>
                    <a:pt x="344518" y="121444"/>
                  </a:cubicBezTo>
                  <a:cubicBezTo>
                    <a:pt x="344518" y="163413"/>
                    <a:pt x="314172" y="197346"/>
                    <a:pt x="276685" y="197346"/>
                  </a:cubicBezTo>
                  <a:cubicBezTo>
                    <a:pt x="239199" y="197346"/>
                    <a:pt x="208853" y="163413"/>
                    <a:pt x="208853" y="121444"/>
                  </a:cubicBezTo>
                  <a:cubicBezTo>
                    <a:pt x="208853" y="96441"/>
                    <a:pt x="219563" y="73223"/>
                    <a:pt x="237414" y="59829"/>
                  </a:cubicBezTo>
                  <a:lnTo>
                    <a:pt x="191002" y="59829"/>
                  </a:lnTo>
                  <a:lnTo>
                    <a:pt x="191002" y="168771"/>
                  </a:lnTo>
                  <a:lnTo>
                    <a:pt x="191002" y="168771"/>
                  </a:lnTo>
                  <a:lnTo>
                    <a:pt x="191002" y="191095"/>
                  </a:lnTo>
                  <a:lnTo>
                    <a:pt x="170474" y="191095"/>
                  </a:lnTo>
                  <a:lnTo>
                    <a:pt x="170474" y="169664"/>
                  </a:lnTo>
                  <a:cubicBezTo>
                    <a:pt x="170474" y="169664"/>
                    <a:pt x="170474" y="168771"/>
                    <a:pt x="170474" y="168771"/>
                  </a:cubicBezTo>
                  <a:lnTo>
                    <a:pt x="170474" y="59829"/>
                  </a:lnTo>
                  <a:lnTo>
                    <a:pt x="152623" y="59829"/>
                  </a:lnTo>
                  <a:lnTo>
                    <a:pt x="152623" y="46434"/>
                  </a:lnTo>
                  <a:lnTo>
                    <a:pt x="171366" y="46434"/>
                  </a:lnTo>
                  <a:cubicBezTo>
                    <a:pt x="174044" y="18752"/>
                    <a:pt x="191002" y="2679"/>
                    <a:pt x="214208" y="2679"/>
                  </a:cubicBezTo>
                  <a:cubicBezTo>
                    <a:pt x="229381" y="2679"/>
                    <a:pt x="238306" y="4465"/>
                    <a:pt x="242769" y="6251"/>
                  </a:cubicBezTo>
                  <a:lnTo>
                    <a:pt x="242769" y="25003"/>
                  </a:lnTo>
                  <a:cubicBezTo>
                    <a:pt x="242769" y="26789"/>
                    <a:pt x="242769" y="27682"/>
                    <a:pt x="242769" y="27682"/>
                  </a:cubicBezTo>
                  <a:cubicBezTo>
                    <a:pt x="242769" y="27682"/>
                    <a:pt x="241876" y="27682"/>
                    <a:pt x="241876" y="27682"/>
                  </a:cubicBezTo>
                  <a:cubicBezTo>
                    <a:pt x="234736" y="20538"/>
                    <a:pt x="227596" y="16073"/>
                    <a:pt x="209745" y="16073"/>
                  </a:cubicBezTo>
                  <a:cubicBezTo>
                    <a:pt x="196357" y="16073"/>
                    <a:pt x="187432" y="26789"/>
                    <a:pt x="190110" y="46434"/>
                  </a:cubicBezTo>
                  <a:lnTo>
                    <a:pt x="266867" y="46434"/>
                  </a:lnTo>
                  <a:cubicBezTo>
                    <a:pt x="270438" y="45541"/>
                    <a:pt x="273115" y="45541"/>
                    <a:pt x="276685" y="45541"/>
                  </a:cubicBezTo>
                  <a:cubicBezTo>
                    <a:pt x="304354" y="45541"/>
                    <a:pt x="327560" y="63401"/>
                    <a:pt x="338270" y="89297"/>
                  </a:cubicBezTo>
                  <a:cubicBezTo>
                    <a:pt x="338270" y="87511"/>
                    <a:pt x="338270" y="86618"/>
                    <a:pt x="338270" y="84832"/>
                  </a:cubicBezTo>
                  <a:cubicBezTo>
                    <a:pt x="338270" y="58043"/>
                    <a:pt x="364153" y="46434"/>
                    <a:pt x="391822" y="46434"/>
                  </a:cubicBezTo>
                  <a:cubicBezTo>
                    <a:pt x="392715" y="46434"/>
                    <a:pt x="393607" y="46434"/>
                    <a:pt x="394500" y="46434"/>
                  </a:cubicBezTo>
                  <a:cubicBezTo>
                    <a:pt x="404317" y="46434"/>
                    <a:pt x="417705" y="49113"/>
                    <a:pt x="425738" y="51792"/>
                  </a:cubicBezTo>
                  <a:lnTo>
                    <a:pt x="432878" y="70545"/>
                  </a:lnTo>
                  <a:lnTo>
                    <a:pt x="441804" y="91976"/>
                  </a:lnTo>
                  <a:lnTo>
                    <a:pt x="465010" y="148233"/>
                  </a:lnTo>
                  <a:lnTo>
                    <a:pt x="467687" y="157163"/>
                  </a:lnTo>
                  <a:lnTo>
                    <a:pt x="470365" y="148233"/>
                  </a:lnTo>
                  <a:lnTo>
                    <a:pt x="499818" y="75902"/>
                  </a:lnTo>
                  <a:cubicBezTo>
                    <a:pt x="505174" y="56257"/>
                    <a:pt x="526594" y="47327"/>
                    <a:pt x="549800" y="47327"/>
                  </a:cubicBezTo>
                  <a:cubicBezTo>
                    <a:pt x="561403" y="47327"/>
                    <a:pt x="570329" y="49113"/>
                    <a:pt x="580146" y="52685"/>
                  </a:cubicBezTo>
                  <a:lnTo>
                    <a:pt x="580146" y="74116"/>
                  </a:lnTo>
                  <a:cubicBezTo>
                    <a:pt x="567651" y="65187"/>
                    <a:pt x="557833" y="59829"/>
                    <a:pt x="543553" y="59829"/>
                  </a:cubicBezTo>
                  <a:cubicBezTo>
                    <a:pt x="531057" y="59829"/>
                    <a:pt x="515884" y="65187"/>
                    <a:pt x="515884" y="83939"/>
                  </a:cubicBezTo>
                  <a:cubicBezTo>
                    <a:pt x="515884" y="98227"/>
                    <a:pt x="523917" y="100905"/>
                    <a:pt x="548908" y="112514"/>
                  </a:cubicBezTo>
                  <a:cubicBezTo>
                    <a:pt x="569436" y="121444"/>
                    <a:pt x="588179" y="131266"/>
                    <a:pt x="588179" y="153591"/>
                  </a:cubicBezTo>
                  <a:cubicBezTo>
                    <a:pt x="588179" y="191095"/>
                    <a:pt x="550693" y="197346"/>
                    <a:pt x="532842" y="198239"/>
                  </a:cubicBezTo>
                  <a:cubicBezTo>
                    <a:pt x="516777" y="198239"/>
                    <a:pt x="501604" y="194667"/>
                    <a:pt x="493571" y="187523"/>
                  </a:cubicBezTo>
                  <a:lnTo>
                    <a:pt x="493571" y="162520"/>
                  </a:lnTo>
                  <a:lnTo>
                    <a:pt x="494463" y="163413"/>
                  </a:lnTo>
                  <a:cubicBezTo>
                    <a:pt x="508744" y="176808"/>
                    <a:pt x="522132" y="183952"/>
                    <a:pt x="539090" y="183952"/>
                  </a:cubicBezTo>
                  <a:cubicBezTo>
                    <a:pt x="556048" y="183952"/>
                    <a:pt x="570329" y="175915"/>
                    <a:pt x="570329" y="160734"/>
                  </a:cubicBezTo>
                  <a:cubicBezTo>
                    <a:pt x="570329" y="147340"/>
                    <a:pt x="558726" y="140196"/>
                    <a:pt x="538197" y="131266"/>
                  </a:cubicBezTo>
                  <a:cubicBezTo>
                    <a:pt x="518562" y="122337"/>
                    <a:pt x="506066" y="116979"/>
                    <a:pt x="500711" y="102691"/>
                  </a:cubicBezTo>
                  <a:cubicBezTo>
                    <a:pt x="492678" y="122337"/>
                    <a:pt x="455192" y="212527"/>
                    <a:pt x="447159" y="232172"/>
                  </a:cubicBezTo>
                  <a:lnTo>
                    <a:pt x="427523" y="232172"/>
                  </a:lnTo>
                  <a:lnTo>
                    <a:pt x="431986" y="223242"/>
                  </a:lnTo>
                  <a:lnTo>
                    <a:pt x="436449" y="215206"/>
                  </a:lnTo>
                  <a:lnTo>
                    <a:pt x="436449" y="215206"/>
                  </a:lnTo>
                  <a:cubicBezTo>
                    <a:pt x="441804" y="205383"/>
                    <a:pt x="448944" y="190202"/>
                    <a:pt x="455192" y="175022"/>
                  </a:cubicBezTo>
                  <a:lnTo>
                    <a:pt x="416813" y="82153"/>
                  </a:lnTo>
                  <a:cubicBezTo>
                    <a:pt x="416813" y="81260"/>
                    <a:pt x="415920" y="80367"/>
                    <a:pt x="415028" y="76795"/>
                  </a:cubicBezTo>
                  <a:cubicBezTo>
                    <a:pt x="412350" y="69652"/>
                    <a:pt x="409673" y="63401"/>
                    <a:pt x="400747" y="60722"/>
                  </a:cubicBezTo>
                  <a:cubicBezTo>
                    <a:pt x="396285" y="58936"/>
                    <a:pt x="391822" y="58043"/>
                    <a:pt x="385574" y="58043"/>
                  </a:cubicBezTo>
                  <a:cubicBezTo>
                    <a:pt x="373079" y="58043"/>
                    <a:pt x="357013" y="63401"/>
                    <a:pt x="357013" y="82153"/>
                  </a:cubicBezTo>
                  <a:cubicBezTo>
                    <a:pt x="357013" y="96441"/>
                    <a:pt x="365939" y="99120"/>
                    <a:pt x="390929" y="110728"/>
                  </a:cubicBezTo>
                  <a:cubicBezTo>
                    <a:pt x="411458" y="119658"/>
                    <a:pt x="430201" y="129480"/>
                    <a:pt x="430201" y="151805"/>
                  </a:cubicBezTo>
                  <a:cubicBezTo>
                    <a:pt x="430201" y="189309"/>
                    <a:pt x="392715" y="195560"/>
                    <a:pt x="374864" y="196453"/>
                  </a:cubicBezTo>
                  <a:cubicBezTo>
                    <a:pt x="360583" y="196453"/>
                    <a:pt x="347195" y="192881"/>
                    <a:pt x="338270" y="187523"/>
                  </a:cubicBezTo>
                  <a:lnTo>
                    <a:pt x="338270" y="164306"/>
                  </a:lnTo>
                  <a:close/>
                  <a:moveTo>
                    <a:pt x="434664" y="70545"/>
                  </a:moveTo>
                  <a:cubicBezTo>
                    <a:pt x="434664" y="71438"/>
                    <a:pt x="435556" y="72331"/>
                    <a:pt x="435556" y="73223"/>
                  </a:cubicBezTo>
                  <a:lnTo>
                    <a:pt x="443589" y="91976"/>
                  </a:lnTo>
                  <a:lnTo>
                    <a:pt x="434664" y="70545"/>
                  </a:lnTo>
                  <a:close/>
                  <a:moveTo>
                    <a:pt x="432878" y="224135"/>
                  </a:moveTo>
                  <a:cubicBezTo>
                    <a:pt x="433771" y="222349"/>
                    <a:pt x="435556" y="219670"/>
                    <a:pt x="437341" y="216098"/>
                  </a:cubicBezTo>
                  <a:lnTo>
                    <a:pt x="432878" y="224135"/>
                  </a:lnTo>
                  <a:close/>
                  <a:moveTo>
                    <a:pt x="417705" y="82153"/>
                  </a:moveTo>
                  <a:cubicBezTo>
                    <a:pt x="418598" y="83046"/>
                    <a:pt x="416813" y="80367"/>
                    <a:pt x="416813" y="80367"/>
                  </a:cubicBezTo>
                  <a:lnTo>
                    <a:pt x="417705" y="82153"/>
                  </a:lnTo>
                  <a:close/>
                  <a:moveTo>
                    <a:pt x="230274" y="123230"/>
                  </a:moveTo>
                  <a:cubicBezTo>
                    <a:pt x="231166" y="157163"/>
                    <a:pt x="252587" y="184845"/>
                    <a:pt x="277578" y="183952"/>
                  </a:cubicBezTo>
                  <a:cubicBezTo>
                    <a:pt x="303461" y="183059"/>
                    <a:pt x="323990" y="155377"/>
                    <a:pt x="323097" y="121444"/>
                  </a:cubicBezTo>
                  <a:cubicBezTo>
                    <a:pt x="322204" y="87511"/>
                    <a:pt x="300784" y="59829"/>
                    <a:pt x="275793" y="60722"/>
                  </a:cubicBezTo>
                  <a:cubicBezTo>
                    <a:pt x="249909" y="60722"/>
                    <a:pt x="229381" y="89297"/>
                    <a:pt x="230274" y="123230"/>
                  </a:cubicBezTo>
                  <a:moveTo>
                    <a:pt x="0" y="26789"/>
                  </a:moveTo>
                  <a:lnTo>
                    <a:pt x="0" y="26789"/>
                  </a:lnTo>
                  <a:lnTo>
                    <a:pt x="0" y="3572"/>
                  </a:lnTo>
                  <a:lnTo>
                    <a:pt x="22313" y="3572"/>
                  </a:lnTo>
                  <a:lnTo>
                    <a:pt x="22313" y="25896"/>
                  </a:lnTo>
                  <a:lnTo>
                    <a:pt x="22313" y="25896"/>
                  </a:lnTo>
                  <a:lnTo>
                    <a:pt x="22313" y="168771"/>
                  </a:lnTo>
                  <a:lnTo>
                    <a:pt x="22313" y="169664"/>
                  </a:lnTo>
                  <a:lnTo>
                    <a:pt x="22313" y="191988"/>
                  </a:lnTo>
                  <a:lnTo>
                    <a:pt x="0" y="191988"/>
                  </a:lnTo>
                  <a:lnTo>
                    <a:pt x="0" y="169664"/>
                  </a:lnTo>
                  <a:lnTo>
                    <a:pt x="0" y="169664"/>
                  </a:lnTo>
                  <a:lnTo>
                    <a:pt x="0" y="26789"/>
                  </a:lnTo>
                  <a:close/>
                  <a:moveTo>
                    <a:pt x="610493" y="10716"/>
                  </a:moveTo>
                  <a:lnTo>
                    <a:pt x="614955" y="10716"/>
                  </a:lnTo>
                  <a:cubicBezTo>
                    <a:pt x="616740" y="10716"/>
                    <a:pt x="618525" y="11609"/>
                    <a:pt x="618525" y="13395"/>
                  </a:cubicBezTo>
                  <a:cubicBezTo>
                    <a:pt x="618525" y="15181"/>
                    <a:pt x="616740" y="16073"/>
                    <a:pt x="615848" y="16073"/>
                  </a:cubicBezTo>
                  <a:lnTo>
                    <a:pt x="611385" y="16073"/>
                  </a:lnTo>
                  <a:lnTo>
                    <a:pt x="611385" y="10716"/>
                  </a:lnTo>
                  <a:close/>
                  <a:moveTo>
                    <a:pt x="606922" y="27682"/>
                  </a:moveTo>
                  <a:lnTo>
                    <a:pt x="610493" y="27682"/>
                  </a:lnTo>
                  <a:lnTo>
                    <a:pt x="610493" y="19645"/>
                  </a:lnTo>
                  <a:lnTo>
                    <a:pt x="614955" y="19645"/>
                  </a:lnTo>
                  <a:lnTo>
                    <a:pt x="618525" y="27682"/>
                  </a:lnTo>
                  <a:lnTo>
                    <a:pt x="622988" y="27682"/>
                  </a:lnTo>
                  <a:lnTo>
                    <a:pt x="619418" y="18752"/>
                  </a:lnTo>
                  <a:cubicBezTo>
                    <a:pt x="620310" y="17859"/>
                    <a:pt x="622988" y="16966"/>
                    <a:pt x="622988" y="13395"/>
                  </a:cubicBezTo>
                  <a:cubicBezTo>
                    <a:pt x="622988" y="7144"/>
                    <a:pt x="618525" y="7144"/>
                    <a:pt x="614955" y="7144"/>
                  </a:cubicBezTo>
                  <a:lnTo>
                    <a:pt x="607815" y="7144"/>
                  </a:lnTo>
                  <a:lnTo>
                    <a:pt x="607815" y="27682"/>
                  </a:lnTo>
                  <a:close/>
                  <a:moveTo>
                    <a:pt x="597105" y="17859"/>
                  </a:moveTo>
                  <a:cubicBezTo>
                    <a:pt x="597105" y="8930"/>
                    <a:pt x="604245" y="1786"/>
                    <a:pt x="613170" y="1786"/>
                  </a:cubicBezTo>
                  <a:cubicBezTo>
                    <a:pt x="622095" y="1786"/>
                    <a:pt x="629236" y="8930"/>
                    <a:pt x="629236" y="17859"/>
                  </a:cubicBezTo>
                  <a:cubicBezTo>
                    <a:pt x="629236" y="26789"/>
                    <a:pt x="622095" y="33933"/>
                    <a:pt x="613170" y="33933"/>
                  </a:cubicBezTo>
                  <a:cubicBezTo>
                    <a:pt x="605137" y="33933"/>
                    <a:pt x="597105" y="26789"/>
                    <a:pt x="597105" y="17859"/>
                  </a:cubicBezTo>
                  <a:moveTo>
                    <a:pt x="614063" y="37505"/>
                  </a:moveTo>
                  <a:cubicBezTo>
                    <a:pt x="624773" y="37505"/>
                    <a:pt x="632806" y="28575"/>
                    <a:pt x="632806" y="18752"/>
                  </a:cubicBezTo>
                  <a:cubicBezTo>
                    <a:pt x="632806" y="8037"/>
                    <a:pt x="623881" y="0"/>
                    <a:pt x="614063" y="0"/>
                  </a:cubicBezTo>
                  <a:cubicBezTo>
                    <a:pt x="603352" y="0"/>
                    <a:pt x="595319" y="8930"/>
                    <a:pt x="595319" y="18752"/>
                  </a:cubicBezTo>
                  <a:cubicBezTo>
                    <a:pt x="594427" y="28575"/>
                    <a:pt x="603352" y="37505"/>
                    <a:pt x="614063" y="37505"/>
                  </a:cubicBezTo>
                </a:path>
              </a:pathLst>
            </a:custGeom>
            <a:solidFill>
              <a:schemeClr val="accent1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0" name="Graphic 27">
              <a:extLst>
                <a:ext uri="{FF2B5EF4-FFF2-40B4-BE49-F238E27FC236}">
                  <a16:creationId xmlns:a16="http://schemas.microsoft.com/office/drawing/2014/main" id="{D1691585-E028-8174-5002-53D577206191}"/>
                </a:ext>
              </a:extLst>
            </p:cNvPr>
            <p:cNvGrpSpPr/>
            <p:nvPr/>
          </p:nvGrpSpPr>
          <p:grpSpPr>
            <a:xfrm>
              <a:off x="10889077" y="6475777"/>
              <a:ext cx="922910" cy="118030"/>
              <a:chOff x="5673009" y="1856926"/>
              <a:chExt cx="1026412" cy="131266"/>
            </a:xfrm>
            <a:solidFill>
              <a:schemeClr val="accent4"/>
            </a:solidFill>
          </p:grpSpPr>
          <p:sp>
            <p:nvSpPr>
              <p:cNvPr id="12" name="Freeform 9">
                <a:extLst>
                  <a:ext uri="{FF2B5EF4-FFF2-40B4-BE49-F238E27FC236}">
                    <a16:creationId xmlns:a16="http://schemas.microsoft.com/office/drawing/2014/main" id="{98EDE358-FB66-5AE8-0992-9DFB5E689408}"/>
                  </a:ext>
                </a:extLst>
              </p:cNvPr>
              <p:cNvSpPr/>
              <p:nvPr/>
            </p:nvSpPr>
            <p:spPr>
              <a:xfrm>
                <a:off x="5673009" y="1856926"/>
                <a:ext cx="97286" cy="129480"/>
              </a:xfrm>
              <a:custGeom>
                <a:avLst/>
                <a:gdLst>
                  <a:gd name="connsiteX0" fmla="*/ 96394 w 97286"/>
                  <a:gd name="connsiteY0" fmla="*/ 124123 h 129480"/>
                  <a:gd name="connsiteX1" fmla="*/ 64262 w 97286"/>
                  <a:gd name="connsiteY1" fmla="*/ 129480 h 129480"/>
                  <a:gd name="connsiteX2" fmla="*/ 0 w 97286"/>
                  <a:gd name="connsiteY2" fmla="*/ 66080 h 129480"/>
                  <a:gd name="connsiteX3" fmla="*/ 66940 w 97286"/>
                  <a:gd name="connsiteY3" fmla="*/ 0 h 129480"/>
                  <a:gd name="connsiteX4" fmla="*/ 97286 w 97286"/>
                  <a:gd name="connsiteY4" fmla="*/ 5358 h 129480"/>
                  <a:gd name="connsiteX5" fmla="*/ 91931 w 97286"/>
                  <a:gd name="connsiteY5" fmla="*/ 23217 h 129480"/>
                  <a:gd name="connsiteX6" fmla="*/ 67832 w 97286"/>
                  <a:gd name="connsiteY6" fmla="*/ 18752 h 129480"/>
                  <a:gd name="connsiteX7" fmla="*/ 24098 w 97286"/>
                  <a:gd name="connsiteY7" fmla="*/ 65187 h 129480"/>
                  <a:gd name="connsiteX8" fmla="*/ 67832 w 97286"/>
                  <a:gd name="connsiteY8" fmla="*/ 110728 h 129480"/>
                  <a:gd name="connsiteX9" fmla="*/ 92823 w 97286"/>
                  <a:gd name="connsiteY9" fmla="*/ 106263 h 129480"/>
                  <a:gd name="connsiteX10" fmla="*/ 96394 w 97286"/>
                  <a:gd name="connsiteY10" fmla="*/ 124123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9480">
                    <a:moveTo>
                      <a:pt x="96394" y="124123"/>
                    </a:moveTo>
                    <a:cubicBezTo>
                      <a:pt x="91038" y="126802"/>
                      <a:pt x="79435" y="129480"/>
                      <a:pt x="64262" y="129480"/>
                    </a:cubicBezTo>
                    <a:cubicBezTo>
                      <a:pt x="24098" y="129480"/>
                      <a:pt x="0" y="104477"/>
                      <a:pt x="0" y="66080"/>
                    </a:cubicBezTo>
                    <a:cubicBezTo>
                      <a:pt x="0" y="25003"/>
                      <a:pt x="28561" y="0"/>
                      <a:pt x="66940" y="0"/>
                    </a:cubicBezTo>
                    <a:cubicBezTo>
                      <a:pt x="82113" y="0"/>
                      <a:pt x="92823" y="3572"/>
                      <a:pt x="97286" y="5358"/>
                    </a:cubicBezTo>
                    <a:lnTo>
                      <a:pt x="91931" y="23217"/>
                    </a:lnTo>
                    <a:cubicBezTo>
                      <a:pt x="85683" y="20538"/>
                      <a:pt x="77650" y="18752"/>
                      <a:pt x="67832" y="18752"/>
                    </a:cubicBezTo>
                    <a:cubicBezTo>
                      <a:pt x="41949" y="18752"/>
                      <a:pt x="24098" y="34826"/>
                      <a:pt x="24098" y="65187"/>
                    </a:cubicBezTo>
                    <a:cubicBezTo>
                      <a:pt x="24098" y="92869"/>
                      <a:pt x="40164" y="110728"/>
                      <a:pt x="67832" y="110728"/>
                    </a:cubicBezTo>
                    <a:cubicBezTo>
                      <a:pt x="76758" y="110728"/>
                      <a:pt x="86576" y="108942"/>
                      <a:pt x="92823" y="106263"/>
                    </a:cubicBezTo>
                    <a:lnTo>
                      <a:pt x="96394" y="124123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F2FDA0C2-C576-D965-7995-D57560663527}"/>
                  </a:ext>
                </a:extLst>
              </p:cNvPr>
              <p:cNvSpPr/>
              <p:nvPr/>
            </p:nvSpPr>
            <p:spPr>
              <a:xfrm>
                <a:off x="5779220" y="1858691"/>
                <a:ext cx="117814" cy="128608"/>
              </a:xfrm>
              <a:custGeom>
                <a:avLst/>
                <a:gdLst>
                  <a:gd name="connsiteX0" fmla="*/ 117814 w 117814"/>
                  <a:gd name="connsiteY0" fmla="*/ 62529 h 128608"/>
                  <a:gd name="connsiteX1" fmla="*/ 58015 w 117814"/>
                  <a:gd name="connsiteY1" fmla="*/ 128609 h 128608"/>
                  <a:gd name="connsiteX2" fmla="*/ 0 w 117814"/>
                  <a:gd name="connsiteY2" fmla="*/ 65208 h 128608"/>
                  <a:gd name="connsiteX3" fmla="*/ 59800 w 117814"/>
                  <a:gd name="connsiteY3" fmla="*/ 21 h 128608"/>
                  <a:gd name="connsiteX4" fmla="*/ 117814 w 117814"/>
                  <a:gd name="connsiteY4" fmla="*/ 62529 h 128608"/>
                  <a:gd name="connsiteX5" fmla="*/ 24098 w 117814"/>
                  <a:gd name="connsiteY5" fmla="*/ 64315 h 128608"/>
                  <a:gd name="connsiteX6" fmla="*/ 58907 w 117814"/>
                  <a:gd name="connsiteY6" fmla="*/ 109856 h 128608"/>
                  <a:gd name="connsiteX7" fmla="*/ 93716 w 117814"/>
                  <a:gd name="connsiteY7" fmla="*/ 63422 h 128608"/>
                  <a:gd name="connsiteX8" fmla="*/ 58907 w 117814"/>
                  <a:gd name="connsiteY8" fmla="*/ 16987 h 128608"/>
                  <a:gd name="connsiteX9" fmla="*/ 24098 w 117814"/>
                  <a:gd name="connsiteY9" fmla="*/ 64315 h 128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814" h="128608">
                    <a:moveTo>
                      <a:pt x="117814" y="62529"/>
                    </a:moveTo>
                    <a:cubicBezTo>
                      <a:pt x="117814" y="104498"/>
                      <a:pt x="91931" y="128609"/>
                      <a:pt x="58015" y="128609"/>
                    </a:cubicBezTo>
                    <a:cubicBezTo>
                      <a:pt x="22313" y="128609"/>
                      <a:pt x="0" y="101819"/>
                      <a:pt x="0" y="65208"/>
                    </a:cubicBezTo>
                    <a:cubicBezTo>
                      <a:pt x="0" y="26810"/>
                      <a:pt x="24098" y="21"/>
                      <a:pt x="59800" y="21"/>
                    </a:cubicBezTo>
                    <a:cubicBezTo>
                      <a:pt x="95501" y="-872"/>
                      <a:pt x="117814" y="26810"/>
                      <a:pt x="117814" y="62529"/>
                    </a:cubicBezTo>
                    <a:close/>
                    <a:moveTo>
                      <a:pt x="24098" y="64315"/>
                    </a:moveTo>
                    <a:cubicBezTo>
                      <a:pt x="24098" y="90211"/>
                      <a:pt x="36594" y="109856"/>
                      <a:pt x="58907" y="109856"/>
                    </a:cubicBezTo>
                    <a:cubicBezTo>
                      <a:pt x="81221" y="109856"/>
                      <a:pt x="93716" y="89318"/>
                      <a:pt x="93716" y="63422"/>
                    </a:cubicBezTo>
                    <a:cubicBezTo>
                      <a:pt x="93716" y="40205"/>
                      <a:pt x="82113" y="16987"/>
                      <a:pt x="58907" y="16987"/>
                    </a:cubicBezTo>
                    <a:cubicBezTo>
                      <a:pt x="35701" y="16987"/>
                      <a:pt x="24098" y="38419"/>
                      <a:pt x="24098" y="64315"/>
                    </a:cubicBez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942B2D04-CFD6-755B-729B-1670E39B6289}"/>
                  </a:ext>
                </a:extLst>
              </p:cNvPr>
              <p:cNvSpPr/>
              <p:nvPr/>
            </p:nvSpPr>
            <p:spPr>
              <a:xfrm>
                <a:off x="5913100" y="1859605"/>
                <a:ext cx="99070" cy="125015"/>
              </a:xfrm>
              <a:custGeom>
                <a:avLst/>
                <a:gdLst>
                  <a:gd name="connsiteX0" fmla="*/ 0 w 99070"/>
                  <a:gd name="connsiteY0" fmla="*/ 125016 h 125015"/>
                  <a:gd name="connsiteX1" fmla="*/ 0 w 99070"/>
                  <a:gd name="connsiteY1" fmla="*/ 0 h 125015"/>
                  <a:gd name="connsiteX2" fmla="*/ 25883 w 99070"/>
                  <a:gd name="connsiteY2" fmla="*/ 0 h 125015"/>
                  <a:gd name="connsiteX3" fmla="*/ 58015 w 99070"/>
                  <a:gd name="connsiteY3" fmla="*/ 53578 h 125015"/>
                  <a:gd name="connsiteX4" fmla="*/ 79435 w 99070"/>
                  <a:gd name="connsiteY4" fmla="*/ 95548 h 125015"/>
                  <a:gd name="connsiteX5" fmla="*/ 79435 w 99070"/>
                  <a:gd name="connsiteY5" fmla="*/ 95548 h 125015"/>
                  <a:gd name="connsiteX6" fmla="*/ 77650 w 99070"/>
                  <a:gd name="connsiteY6" fmla="*/ 43755 h 125015"/>
                  <a:gd name="connsiteX7" fmla="*/ 77650 w 99070"/>
                  <a:gd name="connsiteY7" fmla="*/ 0 h 125015"/>
                  <a:gd name="connsiteX8" fmla="*/ 99071 w 99070"/>
                  <a:gd name="connsiteY8" fmla="*/ 0 h 125015"/>
                  <a:gd name="connsiteX9" fmla="*/ 99071 w 99070"/>
                  <a:gd name="connsiteY9" fmla="*/ 125016 h 125015"/>
                  <a:gd name="connsiteX10" fmla="*/ 75865 w 99070"/>
                  <a:gd name="connsiteY10" fmla="*/ 125016 h 125015"/>
                  <a:gd name="connsiteX11" fmla="*/ 42841 w 99070"/>
                  <a:gd name="connsiteY11" fmla="*/ 69652 h 125015"/>
                  <a:gd name="connsiteX12" fmla="*/ 20528 w 99070"/>
                  <a:gd name="connsiteY12" fmla="*/ 26789 h 125015"/>
                  <a:gd name="connsiteX13" fmla="*/ 19636 w 99070"/>
                  <a:gd name="connsiteY13" fmla="*/ 26789 h 125015"/>
                  <a:gd name="connsiteX14" fmla="*/ 20528 w 99070"/>
                  <a:gd name="connsiteY14" fmla="*/ 80367 h 125015"/>
                  <a:gd name="connsiteX15" fmla="*/ 20528 w 99070"/>
                  <a:gd name="connsiteY15" fmla="*/ 125016 h 125015"/>
                  <a:gd name="connsiteX16" fmla="*/ 0 w 99070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0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3" y="0"/>
                    </a:lnTo>
                    <a:lnTo>
                      <a:pt x="58015" y="53578"/>
                    </a:lnTo>
                    <a:cubicBezTo>
                      <a:pt x="66047" y="67866"/>
                      <a:pt x="73188" y="82153"/>
                      <a:pt x="79435" y="95548"/>
                    </a:cubicBezTo>
                    <a:lnTo>
                      <a:pt x="79435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1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5" name="Freeform 12">
                <a:extLst>
                  <a:ext uri="{FF2B5EF4-FFF2-40B4-BE49-F238E27FC236}">
                    <a16:creationId xmlns:a16="http://schemas.microsoft.com/office/drawing/2014/main" id="{78E35AE5-46A4-5D15-7AE4-160CD8EAEA69}"/>
                  </a:ext>
                </a:extLst>
              </p:cNvPr>
              <p:cNvSpPr/>
              <p:nvPr/>
            </p:nvSpPr>
            <p:spPr>
              <a:xfrm>
                <a:off x="6030915" y="1858712"/>
                <a:ext cx="81220" cy="129480"/>
              </a:xfrm>
              <a:custGeom>
                <a:avLst/>
                <a:gdLst>
                  <a:gd name="connsiteX0" fmla="*/ 3570 w 81220"/>
                  <a:gd name="connsiteY0" fmla="*/ 101798 h 129480"/>
                  <a:gd name="connsiteX1" fmla="*/ 33916 w 81220"/>
                  <a:gd name="connsiteY1" fmla="*/ 109835 h 129480"/>
                  <a:gd name="connsiteX2" fmla="*/ 57122 w 81220"/>
                  <a:gd name="connsiteY2" fmla="*/ 92869 h 129480"/>
                  <a:gd name="connsiteX3" fmla="*/ 34809 w 81220"/>
                  <a:gd name="connsiteY3" fmla="*/ 72330 h 129480"/>
                  <a:gd name="connsiteX4" fmla="*/ 893 w 81220"/>
                  <a:gd name="connsiteY4" fmla="*/ 35719 h 129480"/>
                  <a:gd name="connsiteX5" fmla="*/ 45519 w 81220"/>
                  <a:gd name="connsiteY5" fmla="*/ 0 h 129480"/>
                  <a:gd name="connsiteX6" fmla="*/ 75865 w 81220"/>
                  <a:gd name="connsiteY6" fmla="*/ 6251 h 129480"/>
                  <a:gd name="connsiteX7" fmla="*/ 70510 w 81220"/>
                  <a:gd name="connsiteY7" fmla="*/ 25003 h 129480"/>
                  <a:gd name="connsiteX8" fmla="*/ 45519 w 81220"/>
                  <a:gd name="connsiteY8" fmla="*/ 18752 h 129480"/>
                  <a:gd name="connsiteX9" fmla="*/ 24991 w 81220"/>
                  <a:gd name="connsiteY9" fmla="*/ 33933 h 129480"/>
                  <a:gd name="connsiteX10" fmla="*/ 49089 w 81220"/>
                  <a:gd name="connsiteY10" fmla="*/ 54471 h 129480"/>
                  <a:gd name="connsiteX11" fmla="*/ 81221 w 81220"/>
                  <a:gd name="connsiteY11" fmla="*/ 91976 h 129480"/>
                  <a:gd name="connsiteX12" fmla="*/ 33916 w 81220"/>
                  <a:gd name="connsiteY12" fmla="*/ 129480 h 129480"/>
                  <a:gd name="connsiteX13" fmla="*/ 0 w 81220"/>
                  <a:gd name="connsiteY13" fmla="*/ 121444 h 129480"/>
                  <a:gd name="connsiteX14" fmla="*/ 3570 w 81220"/>
                  <a:gd name="connsiteY14" fmla="*/ 101798 h 129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20" h="129480">
                    <a:moveTo>
                      <a:pt x="3570" y="101798"/>
                    </a:moveTo>
                    <a:cubicBezTo>
                      <a:pt x="10711" y="106263"/>
                      <a:pt x="22313" y="109835"/>
                      <a:pt x="33916" y="109835"/>
                    </a:cubicBezTo>
                    <a:cubicBezTo>
                      <a:pt x="48197" y="109835"/>
                      <a:pt x="57122" y="102691"/>
                      <a:pt x="57122" y="92869"/>
                    </a:cubicBezTo>
                    <a:cubicBezTo>
                      <a:pt x="57122" y="83046"/>
                      <a:pt x="50874" y="77688"/>
                      <a:pt x="34809" y="72330"/>
                    </a:cubicBezTo>
                    <a:cubicBezTo>
                      <a:pt x="14281" y="65187"/>
                      <a:pt x="893" y="53578"/>
                      <a:pt x="893" y="35719"/>
                    </a:cubicBezTo>
                    <a:cubicBezTo>
                      <a:pt x="893" y="15180"/>
                      <a:pt x="17851" y="0"/>
                      <a:pt x="45519" y="0"/>
                    </a:cubicBezTo>
                    <a:cubicBezTo>
                      <a:pt x="58907" y="0"/>
                      <a:pt x="68725" y="2679"/>
                      <a:pt x="75865" y="6251"/>
                    </a:cubicBezTo>
                    <a:lnTo>
                      <a:pt x="70510" y="25003"/>
                    </a:lnTo>
                    <a:cubicBezTo>
                      <a:pt x="66047" y="22324"/>
                      <a:pt x="57122" y="18752"/>
                      <a:pt x="45519" y="18752"/>
                    </a:cubicBezTo>
                    <a:cubicBezTo>
                      <a:pt x="31239" y="18752"/>
                      <a:pt x="24991" y="26789"/>
                      <a:pt x="24991" y="33933"/>
                    </a:cubicBezTo>
                    <a:cubicBezTo>
                      <a:pt x="24991" y="43755"/>
                      <a:pt x="32131" y="48220"/>
                      <a:pt x="49089" y="54471"/>
                    </a:cubicBezTo>
                    <a:cubicBezTo>
                      <a:pt x="70510" y="62508"/>
                      <a:pt x="81221" y="73223"/>
                      <a:pt x="81221" y="91976"/>
                    </a:cubicBezTo>
                    <a:cubicBezTo>
                      <a:pt x="81221" y="111621"/>
                      <a:pt x="66047" y="129480"/>
                      <a:pt x="33916" y="129480"/>
                    </a:cubicBezTo>
                    <a:cubicBezTo>
                      <a:pt x="20528" y="129480"/>
                      <a:pt x="7140" y="125909"/>
                      <a:pt x="0" y="121444"/>
                    </a:cubicBezTo>
                    <a:lnTo>
                      <a:pt x="3570" y="101798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13">
                <a:extLst>
                  <a:ext uri="{FF2B5EF4-FFF2-40B4-BE49-F238E27FC236}">
                    <a16:creationId xmlns:a16="http://schemas.microsoft.com/office/drawing/2014/main" id="{A193A54D-024F-F461-12B3-A59ADA720C28}"/>
                  </a:ext>
                </a:extLst>
              </p:cNvPr>
              <p:cNvSpPr/>
              <p:nvPr/>
            </p:nvSpPr>
            <p:spPr>
              <a:xfrm>
                <a:off x="6129093" y="1859605"/>
                <a:ext cx="97286" cy="126801"/>
              </a:xfrm>
              <a:custGeom>
                <a:avLst/>
                <a:gdLst>
                  <a:gd name="connsiteX0" fmla="*/ 21421 w 97286"/>
                  <a:gd name="connsiteY0" fmla="*/ 0 h 126801"/>
                  <a:gd name="connsiteX1" fmla="*/ 21421 w 97286"/>
                  <a:gd name="connsiteY1" fmla="*/ 73223 h 126801"/>
                  <a:gd name="connsiteX2" fmla="*/ 47304 w 97286"/>
                  <a:gd name="connsiteY2" fmla="*/ 108942 h 126801"/>
                  <a:gd name="connsiteX3" fmla="*/ 74080 w 97286"/>
                  <a:gd name="connsiteY3" fmla="*/ 73223 h 126801"/>
                  <a:gd name="connsiteX4" fmla="*/ 74080 w 97286"/>
                  <a:gd name="connsiteY4" fmla="*/ 0 h 126801"/>
                  <a:gd name="connsiteX5" fmla="*/ 97286 w 97286"/>
                  <a:gd name="connsiteY5" fmla="*/ 0 h 126801"/>
                  <a:gd name="connsiteX6" fmla="*/ 97286 w 97286"/>
                  <a:gd name="connsiteY6" fmla="*/ 71438 h 126801"/>
                  <a:gd name="connsiteX7" fmla="*/ 47304 w 97286"/>
                  <a:gd name="connsiteY7" fmla="*/ 126802 h 126801"/>
                  <a:gd name="connsiteX8" fmla="*/ 0 w 97286"/>
                  <a:gd name="connsiteY8" fmla="*/ 71438 h 126801"/>
                  <a:gd name="connsiteX9" fmla="*/ 0 w 97286"/>
                  <a:gd name="connsiteY9" fmla="*/ 0 h 126801"/>
                  <a:gd name="connsiteX10" fmla="*/ 21421 w 97286"/>
                  <a:gd name="connsiteY10" fmla="*/ 0 h 126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7286" h="126801">
                    <a:moveTo>
                      <a:pt x="21421" y="0"/>
                    </a:moveTo>
                    <a:lnTo>
                      <a:pt x="21421" y="73223"/>
                    </a:lnTo>
                    <a:cubicBezTo>
                      <a:pt x="21421" y="97334"/>
                      <a:pt x="31239" y="108942"/>
                      <a:pt x="47304" y="108942"/>
                    </a:cubicBezTo>
                    <a:cubicBezTo>
                      <a:pt x="64262" y="108942"/>
                      <a:pt x="74080" y="97334"/>
                      <a:pt x="74080" y="73223"/>
                    </a:cubicBezTo>
                    <a:lnTo>
                      <a:pt x="74080" y="0"/>
                    </a:lnTo>
                    <a:lnTo>
                      <a:pt x="97286" y="0"/>
                    </a:lnTo>
                    <a:lnTo>
                      <a:pt x="97286" y="71438"/>
                    </a:lnTo>
                    <a:cubicBezTo>
                      <a:pt x="97286" y="109835"/>
                      <a:pt x="77650" y="126802"/>
                      <a:pt x="47304" y="126802"/>
                    </a:cubicBezTo>
                    <a:cubicBezTo>
                      <a:pt x="18743" y="126802"/>
                      <a:pt x="0" y="110728"/>
                      <a:pt x="0" y="71438"/>
                    </a:cubicBezTo>
                    <a:lnTo>
                      <a:pt x="0" y="0"/>
                    </a:lnTo>
                    <a:lnTo>
                      <a:pt x="21421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7" name="Freeform 14">
                <a:extLst>
                  <a:ext uri="{FF2B5EF4-FFF2-40B4-BE49-F238E27FC236}">
                    <a16:creationId xmlns:a16="http://schemas.microsoft.com/office/drawing/2014/main" id="{CA6CC36B-D060-86D1-0C43-C09F5C85AFDA}"/>
                  </a:ext>
                </a:extLst>
              </p:cNvPr>
              <p:cNvSpPr/>
              <p:nvPr/>
            </p:nvSpPr>
            <p:spPr>
              <a:xfrm>
                <a:off x="6248693" y="1859605"/>
                <a:ext cx="74972" cy="125015"/>
              </a:xfrm>
              <a:custGeom>
                <a:avLst/>
                <a:gdLst>
                  <a:gd name="connsiteX0" fmla="*/ 0 w 74972"/>
                  <a:gd name="connsiteY0" fmla="*/ 0 h 125015"/>
                  <a:gd name="connsiteX1" fmla="*/ 23206 w 74972"/>
                  <a:gd name="connsiteY1" fmla="*/ 0 h 125015"/>
                  <a:gd name="connsiteX2" fmla="*/ 23206 w 74972"/>
                  <a:gd name="connsiteY2" fmla="*/ 106263 h 125015"/>
                  <a:gd name="connsiteX3" fmla="*/ 74973 w 74972"/>
                  <a:gd name="connsiteY3" fmla="*/ 106263 h 125015"/>
                  <a:gd name="connsiteX4" fmla="*/ 74973 w 74972"/>
                  <a:gd name="connsiteY4" fmla="*/ 125016 h 125015"/>
                  <a:gd name="connsiteX5" fmla="*/ 893 w 74972"/>
                  <a:gd name="connsiteY5" fmla="*/ 125016 h 125015"/>
                  <a:gd name="connsiteX6" fmla="*/ 893 w 74972"/>
                  <a:gd name="connsiteY6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4972" h="125015">
                    <a:moveTo>
                      <a:pt x="0" y="0"/>
                    </a:moveTo>
                    <a:lnTo>
                      <a:pt x="23206" y="0"/>
                    </a:lnTo>
                    <a:lnTo>
                      <a:pt x="23206" y="106263"/>
                    </a:lnTo>
                    <a:lnTo>
                      <a:pt x="74973" y="106263"/>
                    </a:lnTo>
                    <a:lnTo>
                      <a:pt x="74973" y="125016"/>
                    </a:lnTo>
                    <a:lnTo>
                      <a:pt x="893" y="125016"/>
                    </a:lnTo>
                    <a:lnTo>
                      <a:pt x="893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8" name="Freeform 15">
                <a:extLst>
                  <a:ext uri="{FF2B5EF4-FFF2-40B4-BE49-F238E27FC236}">
                    <a16:creationId xmlns:a16="http://schemas.microsoft.com/office/drawing/2014/main" id="{38C8226A-CF48-A013-E527-B86166793E9A}"/>
                  </a:ext>
                </a:extLst>
              </p:cNvPr>
              <p:cNvSpPr/>
              <p:nvPr/>
            </p:nvSpPr>
            <p:spPr>
              <a:xfrm>
                <a:off x="6324558" y="1859605"/>
                <a:ext cx="94608" cy="125015"/>
              </a:xfrm>
              <a:custGeom>
                <a:avLst/>
                <a:gdLst>
                  <a:gd name="connsiteX0" fmla="*/ 35701 w 94608"/>
                  <a:gd name="connsiteY0" fmla="*/ 19645 h 125015"/>
                  <a:gd name="connsiteX1" fmla="*/ 0 w 94608"/>
                  <a:gd name="connsiteY1" fmla="*/ 19645 h 125015"/>
                  <a:gd name="connsiteX2" fmla="*/ 0 w 94608"/>
                  <a:gd name="connsiteY2" fmla="*/ 0 h 125015"/>
                  <a:gd name="connsiteX3" fmla="*/ 94609 w 94608"/>
                  <a:gd name="connsiteY3" fmla="*/ 0 h 125015"/>
                  <a:gd name="connsiteX4" fmla="*/ 94609 w 94608"/>
                  <a:gd name="connsiteY4" fmla="*/ 18752 h 125015"/>
                  <a:gd name="connsiteX5" fmla="*/ 58907 w 94608"/>
                  <a:gd name="connsiteY5" fmla="*/ 18752 h 125015"/>
                  <a:gd name="connsiteX6" fmla="*/ 58907 w 94608"/>
                  <a:gd name="connsiteY6" fmla="*/ 125016 h 125015"/>
                  <a:gd name="connsiteX7" fmla="*/ 35701 w 94608"/>
                  <a:gd name="connsiteY7" fmla="*/ 125016 h 125015"/>
                  <a:gd name="connsiteX8" fmla="*/ 35701 w 94608"/>
                  <a:gd name="connsiteY8" fmla="*/ 19645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4608" h="125015">
                    <a:moveTo>
                      <a:pt x="35701" y="19645"/>
                    </a:moveTo>
                    <a:lnTo>
                      <a:pt x="0" y="19645"/>
                    </a:lnTo>
                    <a:lnTo>
                      <a:pt x="0" y="0"/>
                    </a:lnTo>
                    <a:lnTo>
                      <a:pt x="94609" y="0"/>
                    </a:lnTo>
                    <a:lnTo>
                      <a:pt x="94609" y="18752"/>
                    </a:lnTo>
                    <a:lnTo>
                      <a:pt x="58907" y="18752"/>
                    </a:lnTo>
                    <a:lnTo>
                      <a:pt x="58907" y="125016"/>
                    </a:lnTo>
                    <a:lnTo>
                      <a:pt x="35701" y="125016"/>
                    </a:lnTo>
                    <a:lnTo>
                      <a:pt x="35701" y="19645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9" name="Freeform 16">
                <a:extLst>
                  <a:ext uri="{FF2B5EF4-FFF2-40B4-BE49-F238E27FC236}">
                    <a16:creationId xmlns:a16="http://schemas.microsoft.com/office/drawing/2014/main" id="{07823323-4F13-891B-7152-C54E1C50D3D7}"/>
                  </a:ext>
                </a:extLst>
              </p:cNvPr>
              <p:cNvSpPr/>
              <p:nvPr/>
            </p:nvSpPr>
            <p:spPr>
              <a:xfrm>
                <a:off x="6430769" y="1859605"/>
                <a:ext cx="23205" cy="125015"/>
              </a:xfrm>
              <a:custGeom>
                <a:avLst/>
                <a:gdLst>
                  <a:gd name="connsiteX0" fmla="*/ 23206 w 23205"/>
                  <a:gd name="connsiteY0" fmla="*/ 0 h 125015"/>
                  <a:gd name="connsiteX1" fmla="*/ 23206 w 23205"/>
                  <a:gd name="connsiteY1" fmla="*/ 125016 h 125015"/>
                  <a:gd name="connsiteX2" fmla="*/ 0 w 23205"/>
                  <a:gd name="connsiteY2" fmla="*/ 125016 h 125015"/>
                  <a:gd name="connsiteX3" fmla="*/ 0 w 23205"/>
                  <a:gd name="connsiteY3" fmla="*/ 0 h 125015"/>
                  <a:gd name="connsiteX4" fmla="*/ 23206 w 23205"/>
                  <a:gd name="connsiteY4" fmla="*/ 0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05" h="125015">
                    <a:moveTo>
                      <a:pt x="23206" y="0"/>
                    </a:moveTo>
                    <a:lnTo>
                      <a:pt x="23206" y="125016"/>
                    </a:lnTo>
                    <a:lnTo>
                      <a:pt x="0" y="125016"/>
                    </a:lnTo>
                    <a:lnTo>
                      <a:pt x="0" y="0"/>
                    </a:lnTo>
                    <a:lnTo>
                      <a:pt x="23206" y="0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17">
                <a:extLst>
                  <a:ext uri="{FF2B5EF4-FFF2-40B4-BE49-F238E27FC236}">
                    <a16:creationId xmlns:a16="http://schemas.microsoft.com/office/drawing/2014/main" id="{F6418205-A2D8-9EE0-F272-56F1277664CA}"/>
                  </a:ext>
                </a:extLst>
              </p:cNvPr>
              <p:cNvSpPr/>
              <p:nvPr/>
            </p:nvSpPr>
            <p:spPr>
              <a:xfrm>
                <a:off x="6476288" y="1859605"/>
                <a:ext cx="99071" cy="125015"/>
              </a:xfrm>
              <a:custGeom>
                <a:avLst/>
                <a:gdLst>
                  <a:gd name="connsiteX0" fmla="*/ 0 w 99071"/>
                  <a:gd name="connsiteY0" fmla="*/ 125016 h 125015"/>
                  <a:gd name="connsiteX1" fmla="*/ 0 w 99071"/>
                  <a:gd name="connsiteY1" fmla="*/ 0 h 125015"/>
                  <a:gd name="connsiteX2" fmla="*/ 25884 w 99071"/>
                  <a:gd name="connsiteY2" fmla="*/ 0 h 125015"/>
                  <a:gd name="connsiteX3" fmla="*/ 58015 w 99071"/>
                  <a:gd name="connsiteY3" fmla="*/ 53578 h 125015"/>
                  <a:gd name="connsiteX4" fmla="*/ 79436 w 99071"/>
                  <a:gd name="connsiteY4" fmla="*/ 95548 h 125015"/>
                  <a:gd name="connsiteX5" fmla="*/ 79436 w 99071"/>
                  <a:gd name="connsiteY5" fmla="*/ 95548 h 125015"/>
                  <a:gd name="connsiteX6" fmla="*/ 77650 w 99071"/>
                  <a:gd name="connsiteY6" fmla="*/ 43755 h 125015"/>
                  <a:gd name="connsiteX7" fmla="*/ 77650 w 99071"/>
                  <a:gd name="connsiteY7" fmla="*/ 0 h 125015"/>
                  <a:gd name="connsiteX8" fmla="*/ 99071 w 99071"/>
                  <a:gd name="connsiteY8" fmla="*/ 0 h 125015"/>
                  <a:gd name="connsiteX9" fmla="*/ 99071 w 99071"/>
                  <a:gd name="connsiteY9" fmla="*/ 125016 h 125015"/>
                  <a:gd name="connsiteX10" fmla="*/ 75865 w 99071"/>
                  <a:gd name="connsiteY10" fmla="*/ 125016 h 125015"/>
                  <a:gd name="connsiteX11" fmla="*/ 42842 w 99071"/>
                  <a:gd name="connsiteY11" fmla="*/ 69652 h 125015"/>
                  <a:gd name="connsiteX12" fmla="*/ 20528 w 99071"/>
                  <a:gd name="connsiteY12" fmla="*/ 26789 h 125015"/>
                  <a:gd name="connsiteX13" fmla="*/ 19636 w 99071"/>
                  <a:gd name="connsiteY13" fmla="*/ 26789 h 125015"/>
                  <a:gd name="connsiteX14" fmla="*/ 20528 w 99071"/>
                  <a:gd name="connsiteY14" fmla="*/ 80367 h 125015"/>
                  <a:gd name="connsiteX15" fmla="*/ 20528 w 99071"/>
                  <a:gd name="connsiteY15" fmla="*/ 125016 h 125015"/>
                  <a:gd name="connsiteX16" fmla="*/ 0 w 99071"/>
                  <a:gd name="connsiteY16" fmla="*/ 125016 h 125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071" h="125015">
                    <a:moveTo>
                      <a:pt x="0" y="125016"/>
                    </a:moveTo>
                    <a:lnTo>
                      <a:pt x="0" y="0"/>
                    </a:lnTo>
                    <a:lnTo>
                      <a:pt x="25884" y="0"/>
                    </a:lnTo>
                    <a:lnTo>
                      <a:pt x="58015" y="53578"/>
                    </a:lnTo>
                    <a:cubicBezTo>
                      <a:pt x="66048" y="67866"/>
                      <a:pt x="73188" y="82153"/>
                      <a:pt x="79436" y="95548"/>
                    </a:cubicBezTo>
                    <a:lnTo>
                      <a:pt x="79436" y="95548"/>
                    </a:lnTo>
                    <a:cubicBezTo>
                      <a:pt x="77650" y="78581"/>
                      <a:pt x="77650" y="62508"/>
                      <a:pt x="77650" y="43755"/>
                    </a:cubicBezTo>
                    <a:lnTo>
                      <a:pt x="77650" y="0"/>
                    </a:lnTo>
                    <a:lnTo>
                      <a:pt x="99071" y="0"/>
                    </a:lnTo>
                    <a:lnTo>
                      <a:pt x="99071" y="125016"/>
                    </a:lnTo>
                    <a:lnTo>
                      <a:pt x="75865" y="125016"/>
                    </a:lnTo>
                    <a:lnTo>
                      <a:pt x="42842" y="69652"/>
                    </a:lnTo>
                    <a:cubicBezTo>
                      <a:pt x="34809" y="56257"/>
                      <a:pt x="26776" y="41077"/>
                      <a:pt x="20528" y="26789"/>
                    </a:cubicBezTo>
                    <a:lnTo>
                      <a:pt x="19636" y="26789"/>
                    </a:lnTo>
                    <a:cubicBezTo>
                      <a:pt x="20528" y="42863"/>
                      <a:pt x="20528" y="59829"/>
                      <a:pt x="20528" y="80367"/>
                    </a:cubicBezTo>
                    <a:lnTo>
                      <a:pt x="20528" y="125016"/>
                    </a:lnTo>
                    <a:lnTo>
                      <a:pt x="0" y="125016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21" name="Freeform 18">
                <a:extLst>
                  <a:ext uri="{FF2B5EF4-FFF2-40B4-BE49-F238E27FC236}">
                    <a16:creationId xmlns:a16="http://schemas.microsoft.com/office/drawing/2014/main" id="{EC944EA2-774E-A2AC-4629-28D56AA25210}"/>
                  </a:ext>
                </a:extLst>
              </p:cNvPr>
              <p:cNvSpPr/>
              <p:nvPr/>
            </p:nvSpPr>
            <p:spPr>
              <a:xfrm>
                <a:off x="6592318" y="1857819"/>
                <a:ext cx="107103" cy="128587"/>
              </a:xfrm>
              <a:custGeom>
                <a:avLst/>
                <a:gdLst>
                  <a:gd name="connsiteX0" fmla="*/ 107104 w 107103"/>
                  <a:gd name="connsiteY0" fmla="*/ 121444 h 128587"/>
                  <a:gd name="connsiteX1" fmla="*/ 66940 w 107103"/>
                  <a:gd name="connsiteY1" fmla="*/ 128587 h 128587"/>
                  <a:gd name="connsiteX2" fmla="*/ 17851 w 107103"/>
                  <a:gd name="connsiteY2" fmla="*/ 111621 h 128587"/>
                  <a:gd name="connsiteX3" fmla="*/ 0 w 107103"/>
                  <a:gd name="connsiteY3" fmla="*/ 65187 h 128587"/>
                  <a:gd name="connsiteX4" fmla="*/ 69618 w 107103"/>
                  <a:gd name="connsiteY4" fmla="*/ 0 h 128587"/>
                  <a:gd name="connsiteX5" fmla="*/ 102641 w 107103"/>
                  <a:gd name="connsiteY5" fmla="*/ 6251 h 128587"/>
                  <a:gd name="connsiteX6" fmla="*/ 97286 w 107103"/>
                  <a:gd name="connsiteY6" fmla="*/ 25003 h 128587"/>
                  <a:gd name="connsiteX7" fmla="*/ 68725 w 107103"/>
                  <a:gd name="connsiteY7" fmla="*/ 19645 h 128587"/>
                  <a:gd name="connsiteX8" fmla="*/ 23206 w 107103"/>
                  <a:gd name="connsiteY8" fmla="*/ 64294 h 128587"/>
                  <a:gd name="connsiteX9" fmla="*/ 66940 w 107103"/>
                  <a:gd name="connsiteY9" fmla="*/ 109835 h 128587"/>
                  <a:gd name="connsiteX10" fmla="*/ 83898 w 107103"/>
                  <a:gd name="connsiteY10" fmla="*/ 107156 h 128587"/>
                  <a:gd name="connsiteX11" fmla="*/ 83898 w 107103"/>
                  <a:gd name="connsiteY11" fmla="*/ 75902 h 128587"/>
                  <a:gd name="connsiteX12" fmla="*/ 61585 w 107103"/>
                  <a:gd name="connsiteY12" fmla="*/ 75902 h 128587"/>
                  <a:gd name="connsiteX13" fmla="*/ 61585 w 107103"/>
                  <a:gd name="connsiteY13" fmla="*/ 58043 h 128587"/>
                  <a:gd name="connsiteX14" fmla="*/ 106212 w 107103"/>
                  <a:gd name="connsiteY14" fmla="*/ 58043 h 128587"/>
                  <a:gd name="connsiteX15" fmla="*/ 106212 w 107103"/>
                  <a:gd name="connsiteY15" fmla="*/ 121444 h 128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7103" h="128587">
                    <a:moveTo>
                      <a:pt x="107104" y="121444"/>
                    </a:moveTo>
                    <a:cubicBezTo>
                      <a:pt x="99071" y="124123"/>
                      <a:pt x="83898" y="128587"/>
                      <a:pt x="66940" y="128587"/>
                    </a:cubicBezTo>
                    <a:cubicBezTo>
                      <a:pt x="45519" y="128587"/>
                      <a:pt x="29454" y="123230"/>
                      <a:pt x="17851" y="111621"/>
                    </a:cubicBezTo>
                    <a:cubicBezTo>
                      <a:pt x="7140" y="100905"/>
                      <a:pt x="0" y="84832"/>
                      <a:pt x="0" y="65187"/>
                    </a:cubicBezTo>
                    <a:cubicBezTo>
                      <a:pt x="0" y="25896"/>
                      <a:pt x="28561" y="0"/>
                      <a:pt x="69618" y="0"/>
                    </a:cubicBezTo>
                    <a:cubicBezTo>
                      <a:pt x="84791" y="0"/>
                      <a:pt x="97286" y="3572"/>
                      <a:pt x="102641" y="6251"/>
                    </a:cubicBezTo>
                    <a:lnTo>
                      <a:pt x="97286" y="25003"/>
                    </a:lnTo>
                    <a:cubicBezTo>
                      <a:pt x="90146" y="22324"/>
                      <a:pt x="82113" y="19645"/>
                      <a:pt x="68725" y="19645"/>
                    </a:cubicBezTo>
                    <a:cubicBezTo>
                      <a:pt x="41949" y="19645"/>
                      <a:pt x="23206" y="35719"/>
                      <a:pt x="23206" y="64294"/>
                    </a:cubicBezTo>
                    <a:cubicBezTo>
                      <a:pt x="23206" y="92869"/>
                      <a:pt x="41057" y="109835"/>
                      <a:pt x="66940" y="109835"/>
                    </a:cubicBezTo>
                    <a:cubicBezTo>
                      <a:pt x="74973" y="109835"/>
                      <a:pt x="81221" y="108942"/>
                      <a:pt x="83898" y="107156"/>
                    </a:cubicBezTo>
                    <a:lnTo>
                      <a:pt x="83898" y="75902"/>
                    </a:lnTo>
                    <a:lnTo>
                      <a:pt x="61585" y="75902"/>
                    </a:lnTo>
                    <a:lnTo>
                      <a:pt x="61585" y="58043"/>
                    </a:lnTo>
                    <a:lnTo>
                      <a:pt x="106212" y="58043"/>
                    </a:lnTo>
                    <a:lnTo>
                      <a:pt x="106212" y="121444"/>
                    </a:lnTo>
                    <a:close/>
                  </a:path>
                </a:pathLst>
              </a:custGeom>
              <a:grpFill/>
              <a:ln w="89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046FDFCE-28E4-7EE9-A88D-B63359835B0A}"/>
                </a:ext>
              </a:extLst>
            </p:cNvPr>
            <p:cNvSpPr/>
            <p:nvPr/>
          </p:nvSpPr>
          <p:spPr>
            <a:xfrm>
              <a:off x="10835307" y="6421178"/>
              <a:ext cx="6420" cy="176644"/>
            </a:xfrm>
            <a:custGeom>
              <a:avLst/>
              <a:gdLst>
                <a:gd name="connsiteX0" fmla="*/ 0 w 7140"/>
                <a:gd name="connsiteY0" fmla="*/ 0 h 196453"/>
                <a:gd name="connsiteX1" fmla="*/ 7140 w 7140"/>
                <a:gd name="connsiteY1" fmla="*/ 0 h 196453"/>
                <a:gd name="connsiteX2" fmla="*/ 7140 w 7140"/>
                <a:gd name="connsiteY2" fmla="*/ 196453 h 196453"/>
                <a:gd name="connsiteX3" fmla="*/ 0 w 7140"/>
                <a:gd name="connsiteY3" fmla="*/ 196453 h 196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0" h="196453">
                  <a:moveTo>
                    <a:pt x="0" y="0"/>
                  </a:moveTo>
                  <a:lnTo>
                    <a:pt x="7140" y="0"/>
                  </a:lnTo>
                  <a:lnTo>
                    <a:pt x="7140" y="196453"/>
                  </a:lnTo>
                  <a:lnTo>
                    <a:pt x="0" y="196453"/>
                  </a:lnTo>
                  <a:close/>
                </a:path>
              </a:pathLst>
            </a:custGeom>
            <a:solidFill>
              <a:schemeClr val="accent4"/>
            </a:solidFill>
            <a:ln w="8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A48F0E1-D3F5-9134-D9EA-61BF6EBFB626}"/>
              </a:ext>
            </a:extLst>
          </p:cNvPr>
          <p:cNvSpPr txBox="1"/>
          <p:nvPr userDrawn="1"/>
        </p:nvSpPr>
        <p:spPr>
          <a:xfrm>
            <a:off x="457200" y="6456088"/>
            <a:ext cx="2696251" cy="13983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fld id="{485CDEA9-8473-463C-A29A-2A08C6D47A5B}" type="slidenum">
              <a: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‹#›</a:t>
            </a:fld>
            <a:r>
              <a: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endParaRPr lang="en-US" sz="1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241ABC-8574-FDF1-D572-51C5DCC2035F}"/>
              </a:ext>
            </a:extLst>
          </p:cNvPr>
          <p:cNvSpPr/>
          <p:nvPr userDrawn="1"/>
        </p:nvSpPr>
        <p:spPr>
          <a:xfrm>
            <a:off x="1" y="3079532"/>
            <a:ext cx="144516" cy="1129861"/>
          </a:xfrm>
          <a:prstGeom prst="rect">
            <a:avLst/>
          </a:prstGeom>
          <a:solidFill>
            <a:srgbClr val="007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C53F64-7E50-57C3-AD16-645C9EE29159}"/>
              </a:ext>
            </a:extLst>
          </p:cNvPr>
          <p:cNvSpPr/>
          <p:nvPr userDrawn="1"/>
        </p:nvSpPr>
        <p:spPr>
          <a:xfrm>
            <a:off x="12053048" y="3075050"/>
            <a:ext cx="144516" cy="1129861"/>
          </a:xfrm>
          <a:prstGeom prst="rect">
            <a:avLst/>
          </a:prstGeom>
          <a:solidFill>
            <a:srgbClr val="007C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00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emf"/><Relationship Id="rId10" Type="http://schemas.openxmlformats.org/officeDocument/2006/relationships/image" Target="../media/image7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hart" Target="../charts/chart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2.emf"/><Relationship Id="rId10" Type="http://schemas.openxmlformats.org/officeDocument/2006/relationships/image" Target="../media/image13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chart" Target="../charts/chart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2.emf"/><Relationship Id="rId10" Type="http://schemas.openxmlformats.org/officeDocument/2006/relationships/image" Target="../media/image19.png"/><Relationship Id="rId4" Type="http://schemas.openxmlformats.org/officeDocument/2006/relationships/oleObject" Target="../embeddings/oleObject5.bin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chart" Target="../charts/chart5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21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chart" Target="../charts/chart6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25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6450A6B-00FB-298E-2563-535931BCC6B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450A6B-00FB-298E-2563-535931BCC6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640081" y="2484800"/>
            <a:ext cx="6458768" cy="188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600" b="1">
                <a:latin typeface="Rockwell" panose="02060603020205020403" pitchFamily="18" charset="0"/>
              </a:rPr>
              <a:t>Consumer Surplus Factor (CSF) study</a:t>
            </a:r>
            <a:br>
              <a:rPr lang="en-US" sz="3600" b="1">
                <a:latin typeface="Rockwell" panose="02060603020205020403" pitchFamily="18" charset="0"/>
              </a:rPr>
            </a:br>
            <a:r>
              <a:rPr lang="en-US" sz="3200">
                <a:solidFill>
                  <a:schemeClr val="bg1"/>
                </a:solidFill>
                <a:latin typeface="Rockwell" panose="02060603020205020403" pitchFamily="18" charset="0"/>
              </a:rPr>
              <a:t>skad</a:t>
            </a:r>
            <a:br>
              <a:rPr lang="en-US" sz="3200">
                <a:latin typeface="Rockwell" panose="02060603020205020403" pitchFamily="18" charset="0"/>
              </a:rPr>
            </a:br>
            <a:r>
              <a:rPr lang="en-US" sz="2400" b="1">
                <a:solidFill>
                  <a:schemeClr val="accent1"/>
                </a:solidFill>
                <a:latin typeface="Rockwell" panose="02060603020205020403" pitchFamily="18" charset="0"/>
              </a:rPr>
              <a:t>KHC – UK : Brown Sauce</a:t>
            </a:r>
            <a:br>
              <a:rPr lang="en-US" sz="2400" b="1">
                <a:latin typeface="Rockwell" panose="02060603020205020403" pitchFamily="18" charset="0"/>
              </a:rPr>
            </a:br>
            <a:br>
              <a:rPr lang="en-US" sz="2400" b="1">
                <a:latin typeface="Rockwell" panose="02060603020205020403" pitchFamily="18" charset="0"/>
              </a:rPr>
            </a:br>
            <a:r>
              <a:rPr lang="en-US" sz="1800">
                <a:latin typeface="Rockwell" panose="02060603020205020403" pitchFamily="18" charset="0"/>
              </a:rPr>
              <a:t>June 2025</a:t>
            </a:r>
            <a:endParaRPr lang="en-US" sz="3200">
              <a:latin typeface="Rockwell" panose="02060603020205020403" pitchFamily="18" charset="0"/>
            </a:endParaRPr>
          </a:p>
        </p:txBody>
      </p:sp>
      <p:grpSp>
        <p:nvGrpSpPr>
          <p:cNvPr id="339" name="Google Shape;4349;p48">
            <a:extLst>
              <a:ext uri="{FF2B5EF4-FFF2-40B4-BE49-F238E27FC236}">
                <a16:creationId xmlns:a16="http://schemas.microsoft.com/office/drawing/2014/main" id="{49AA8A0F-F35E-E08A-D8E6-746CB218498E}"/>
              </a:ext>
            </a:extLst>
          </p:cNvPr>
          <p:cNvGrpSpPr/>
          <p:nvPr/>
        </p:nvGrpSpPr>
        <p:grpSpPr>
          <a:xfrm>
            <a:off x="7445829" y="959466"/>
            <a:ext cx="3959303" cy="4297353"/>
            <a:chOff x="2181300" y="231400"/>
            <a:chExt cx="4262637" cy="4762499"/>
          </a:xfrm>
        </p:grpSpPr>
        <p:sp>
          <p:nvSpPr>
            <p:cNvPr id="340" name="Google Shape;4350;p48">
              <a:extLst>
                <a:ext uri="{FF2B5EF4-FFF2-40B4-BE49-F238E27FC236}">
                  <a16:creationId xmlns:a16="http://schemas.microsoft.com/office/drawing/2014/main" id="{70BEFE84-8A9F-F67E-4406-218CB9F0ED2D}"/>
                </a:ext>
              </a:extLst>
            </p:cNvPr>
            <p:cNvSpPr/>
            <p:nvPr/>
          </p:nvSpPr>
          <p:spPr>
            <a:xfrm>
              <a:off x="4504120" y="3382365"/>
              <a:ext cx="236644" cy="133254"/>
            </a:xfrm>
            <a:custGeom>
              <a:avLst/>
              <a:gdLst/>
              <a:ahLst/>
              <a:cxnLst/>
              <a:rect l="l" t="t" r="r" b="b"/>
              <a:pathLst>
                <a:path w="236644" h="133254" extrusionOk="0">
                  <a:moveTo>
                    <a:pt x="125355" y="133255"/>
                  </a:moveTo>
                  <a:lnTo>
                    <a:pt x="0" y="64389"/>
                  </a:lnTo>
                  <a:lnTo>
                    <a:pt x="111289" y="0"/>
                  </a:lnTo>
                  <a:lnTo>
                    <a:pt x="236644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4351;p48">
              <a:extLst>
                <a:ext uri="{FF2B5EF4-FFF2-40B4-BE49-F238E27FC236}">
                  <a16:creationId xmlns:a16="http://schemas.microsoft.com/office/drawing/2014/main" id="{14FCE45B-9393-932F-8023-DED6401FCA62}"/>
                </a:ext>
              </a:extLst>
            </p:cNvPr>
            <p:cNvSpPr/>
            <p:nvPr/>
          </p:nvSpPr>
          <p:spPr>
            <a:xfrm>
              <a:off x="5178128" y="3780033"/>
              <a:ext cx="236549" cy="133254"/>
            </a:xfrm>
            <a:custGeom>
              <a:avLst/>
              <a:gdLst/>
              <a:ahLst/>
              <a:cxnLst/>
              <a:rect l="l" t="t" r="r" b="b"/>
              <a:pathLst>
                <a:path w="236549" h="133254" extrusionOk="0">
                  <a:moveTo>
                    <a:pt x="125355" y="133255"/>
                  </a:moveTo>
                  <a:lnTo>
                    <a:pt x="0" y="64294"/>
                  </a:lnTo>
                  <a:lnTo>
                    <a:pt x="111290" y="0"/>
                  </a:lnTo>
                  <a:lnTo>
                    <a:pt x="236549" y="68866"/>
                  </a:lnTo>
                  <a:lnTo>
                    <a:pt x="125355" y="13325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4352;p48">
              <a:extLst>
                <a:ext uri="{FF2B5EF4-FFF2-40B4-BE49-F238E27FC236}">
                  <a16:creationId xmlns:a16="http://schemas.microsoft.com/office/drawing/2014/main" id="{4038B52D-9B6C-5D52-074C-0500695463EF}"/>
                </a:ext>
              </a:extLst>
            </p:cNvPr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4353;p48">
              <a:extLst>
                <a:ext uri="{FF2B5EF4-FFF2-40B4-BE49-F238E27FC236}">
                  <a16:creationId xmlns:a16="http://schemas.microsoft.com/office/drawing/2014/main" id="{D4EEFF30-E0DA-80B2-28C5-6683BF66F5B3}"/>
                </a:ext>
              </a:extLst>
            </p:cNvPr>
            <p:cNvSpPr/>
            <p:nvPr/>
          </p:nvSpPr>
          <p:spPr>
            <a:xfrm>
              <a:off x="4629475" y="2174500"/>
              <a:ext cx="494671" cy="1273873"/>
            </a:xfrm>
            <a:custGeom>
              <a:avLst/>
              <a:gdLst/>
              <a:ahLst/>
              <a:cxnLst/>
              <a:rect l="l" t="t" r="r" b="b"/>
              <a:pathLst>
                <a:path w="494671" h="1273873" extrusionOk="0">
                  <a:moveTo>
                    <a:pt x="118227" y="1273873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672" y="68389"/>
                  </a:lnTo>
                  <a:lnTo>
                    <a:pt x="118227" y="127387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4354;p48">
              <a:extLst>
                <a:ext uri="{FF2B5EF4-FFF2-40B4-BE49-F238E27FC236}">
                  <a16:creationId xmlns:a16="http://schemas.microsoft.com/office/drawing/2014/main" id="{A73698F5-FBCB-6B05-19C3-D4FF583B821F}"/>
                </a:ext>
              </a:extLst>
            </p:cNvPr>
            <p:cNvSpPr/>
            <p:nvPr/>
          </p:nvSpPr>
          <p:spPr>
            <a:xfrm>
              <a:off x="4560192" y="2212790"/>
              <a:ext cx="494767" cy="1273873"/>
            </a:xfrm>
            <a:custGeom>
              <a:avLst/>
              <a:gdLst/>
              <a:ahLst/>
              <a:cxnLst/>
              <a:rect l="l" t="t" r="r" b="b"/>
              <a:pathLst>
                <a:path w="494767" h="1273873" extrusionOk="0">
                  <a:moveTo>
                    <a:pt x="118227" y="1273874"/>
                  </a:moveTo>
                  <a:lnTo>
                    <a:pt x="0" y="1205484"/>
                  </a:lnTo>
                  <a:lnTo>
                    <a:pt x="376540" y="0"/>
                  </a:lnTo>
                  <a:lnTo>
                    <a:pt x="494767" y="68389"/>
                  </a:lnTo>
                  <a:lnTo>
                    <a:pt x="118227" y="127387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4355;p48">
              <a:extLst>
                <a:ext uri="{FF2B5EF4-FFF2-40B4-BE49-F238E27FC236}">
                  <a16:creationId xmlns:a16="http://schemas.microsoft.com/office/drawing/2014/main" id="{A21061A6-3FE3-D128-A1C8-7830D13FC13A}"/>
                </a:ext>
              </a:extLst>
            </p:cNvPr>
            <p:cNvSpPr/>
            <p:nvPr/>
          </p:nvSpPr>
          <p:spPr>
            <a:xfrm>
              <a:off x="5160832" y="224917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485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4356;p48">
              <a:extLst>
                <a:ext uri="{FF2B5EF4-FFF2-40B4-BE49-F238E27FC236}">
                  <a16:creationId xmlns:a16="http://schemas.microsoft.com/office/drawing/2014/main" id="{ED15A976-0B55-19F8-C11C-AF767E096659}"/>
                </a:ext>
              </a:extLst>
            </p:cNvPr>
            <p:cNvSpPr/>
            <p:nvPr/>
          </p:nvSpPr>
          <p:spPr>
            <a:xfrm>
              <a:off x="5078053" y="2296515"/>
              <a:ext cx="281692" cy="1586388"/>
            </a:xfrm>
            <a:custGeom>
              <a:avLst/>
              <a:gdLst/>
              <a:ahLst/>
              <a:cxnLst/>
              <a:rect l="l" t="t" r="r" b="b"/>
              <a:pathLst>
                <a:path w="281692" h="1586388" extrusionOk="0">
                  <a:moveTo>
                    <a:pt x="281692" y="1586389"/>
                  </a:moveTo>
                  <a:lnTo>
                    <a:pt x="162610" y="1517428"/>
                  </a:lnTo>
                  <a:lnTo>
                    <a:pt x="0" y="0"/>
                  </a:lnTo>
                  <a:lnTo>
                    <a:pt x="118227" y="68390"/>
                  </a:lnTo>
                  <a:lnTo>
                    <a:pt x="281692" y="1586389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4357;p48">
              <a:extLst>
                <a:ext uri="{FF2B5EF4-FFF2-40B4-BE49-F238E27FC236}">
                  <a16:creationId xmlns:a16="http://schemas.microsoft.com/office/drawing/2014/main" id="{B2455ACF-1569-80EB-5252-0DF6622DCAA2}"/>
                </a:ext>
              </a:extLst>
            </p:cNvPr>
            <p:cNvSpPr/>
            <p:nvPr/>
          </p:nvSpPr>
          <p:spPr>
            <a:xfrm>
              <a:off x="4075404" y="1596713"/>
              <a:ext cx="2321774" cy="1343501"/>
            </a:xfrm>
            <a:custGeom>
              <a:avLst/>
              <a:gdLst/>
              <a:ahLst/>
              <a:cxnLst/>
              <a:rect l="l" t="t" r="r" b="b"/>
              <a:pathLst>
                <a:path w="2321774" h="1343501" extrusionOk="0">
                  <a:moveTo>
                    <a:pt x="2221415" y="1343501"/>
                  </a:moveTo>
                  <a:lnTo>
                    <a:pt x="0" y="58103"/>
                  </a:lnTo>
                  <a:lnTo>
                    <a:pt x="100360" y="0"/>
                  </a:lnTo>
                  <a:lnTo>
                    <a:pt x="2321775" y="1285399"/>
                  </a:lnTo>
                  <a:lnTo>
                    <a:pt x="2221415" y="1343501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4358;p48">
              <a:extLst>
                <a:ext uri="{FF2B5EF4-FFF2-40B4-BE49-F238E27FC236}">
                  <a16:creationId xmlns:a16="http://schemas.microsoft.com/office/drawing/2014/main" id="{66A41142-097F-6015-70B7-92E78CF1009F}"/>
                </a:ext>
              </a:extLst>
            </p:cNvPr>
            <p:cNvSpPr/>
            <p:nvPr/>
          </p:nvSpPr>
          <p:spPr>
            <a:xfrm>
              <a:off x="4075404" y="1654530"/>
              <a:ext cx="2221415" cy="1401603"/>
            </a:xfrm>
            <a:custGeom>
              <a:avLst/>
              <a:gdLst/>
              <a:ahLst/>
              <a:cxnLst/>
              <a:rect l="l" t="t" r="r" b="b"/>
              <a:pathLst>
                <a:path w="2221415" h="1401603" extrusionOk="0">
                  <a:moveTo>
                    <a:pt x="2221415" y="1401604"/>
                  </a:moveTo>
                  <a:lnTo>
                    <a:pt x="0" y="116205"/>
                  </a:lnTo>
                  <a:lnTo>
                    <a:pt x="0" y="0"/>
                  </a:lnTo>
                  <a:lnTo>
                    <a:pt x="2221415" y="1285399"/>
                  </a:lnTo>
                  <a:lnTo>
                    <a:pt x="2221415" y="1401604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4359;p48">
              <a:extLst>
                <a:ext uri="{FF2B5EF4-FFF2-40B4-BE49-F238E27FC236}">
                  <a16:creationId xmlns:a16="http://schemas.microsoft.com/office/drawing/2014/main" id="{168DBF3A-BA77-05CA-1B4C-3DD1C2D87B73}"/>
                </a:ext>
              </a:extLst>
            </p:cNvPr>
            <p:cNvSpPr/>
            <p:nvPr/>
          </p:nvSpPr>
          <p:spPr>
            <a:xfrm>
              <a:off x="4206176" y="231400"/>
              <a:ext cx="2045689" cy="2621660"/>
            </a:xfrm>
            <a:custGeom>
              <a:avLst/>
              <a:gdLst/>
              <a:ahLst/>
              <a:cxnLst/>
              <a:rect l="l" t="t" r="r" b="b"/>
              <a:pathLst>
                <a:path w="2045689" h="2621660" extrusionOk="0">
                  <a:moveTo>
                    <a:pt x="2045690" y="2621661"/>
                  </a:moveTo>
                  <a:lnTo>
                    <a:pt x="0" y="1437894"/>
                  </a:lnTo>
                  <a:lnTo>
                    <a:pt x="0" y="0"/>
                  </a:lnTo>
                  <a:lnTo>
                    <a:pt x="2045690" y="1183767"/>
                  </a:lnTo>
                  <a:lnTo>
                    <a:pt x="2045690" y="262166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4360;p48">
              <a:extLst>
                <a:ext uri="{FF2B5EF4-FFF2-40B4-BE49-F238E27FC236}">
                  <a16:creationId xmlns:a16="http://schemas.microsoft.com/office/drawing/2014/main" id="{EDC70F51-8B6D-CFE6-6FD9-BF312F1E7062}"/>
                </a:ext>
              </a:extLst>
            </p:cNvPr>
            <p:cNvSpPr/>
            <p:nvPr/>
          </p:nvSpPr>
          <p:spPr>
            <a:xfrm>
              <a:off x="6296819" y="2879159"/>
              <a:ext cx="101975" cy="176974"/>
            </a:xfrm>
            <a:custGeom>
              <a:avLst/>
              <a:gdLst/>
              <a:ahLst/>
              <a:cxnLst/>
              <a:rect l="l" t="t" r="r" b="b"/>
              <a:pathLst>
                <a:path w="101975" h="176974" extrusionOk="0">
                  <a:moveTo>
                    <a:pt x="101975" y="118015"/>
                  </a:moveTo>
                  <a:lnTo>
                    <a:pt x="0" y="176974"/>
                  </a:lnTo>
                  <a:lnTo>
                    <a:pt x="0" y="58960"/>
                  </a:lnTo>
                  <a:lnTo>
                    <a:pt x="101975" y="0"/>
                  </a:lnTo>
                  <a:lnTo>
                    <a:pt x="101975" y="118015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4361;p48">
              <a:extLst>
                <a:ext uri="{FF2B5EF4-FFF2-40B4-BE49-F238E27FC236}">
                  <a16:creationId xmlns:a16="http://schemas.microsoft.com/office/drawing/2014/main" id="{B3A7E66C-ACE0-79AC-58A6-61B1E75AF352}"/>
                </a:ext>
              </a:extLst>
            </p:cNvPr>
            <p:cNvSpPr/>
            <p:nvPr/>
          </p:nvSpPr>
          <p:spPr>
            <a:xfrm>
              <a:off x="4356811" y="496480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1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4362;p48">
              <a:extLst>
                <a:ext uri="{FF2B5EF4-FFF2-40B4-BE49-F238E27FC236}">
                  <a16:creationId xmlns:a16="http://schemas.microsoft.com/office/drawing/2014/main" id="{0B2BDB12-E169-7F62-7876-3A70C1FD5B49}"/>
                </a:ext>
              </a:extLst>
            </p:cNvPr>
            <p:cNvSpPr/>
            <p:nvPr/>
          </p:nvSpPr>
          <p:spPr>
            <a:xfrm>
              <a:off x="4598397" y="636212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4363;p48">
              <a:extLst>
                <a:ext uri="{FF2B5EF4-FFF2-40B4-BE49-F238E27FC236}">
                  <a16:creationId xmlns:a16="http://schemas.microsoft.com/office/drawing/2014/main" id="{C48D4AB5-1B73-99DE-5ACB-96E6C9A21F5F}"/>
                </a:ext>
              </a:extLst>
            </p:cNvPr>
            <p:cNvSpPr/>
            <p:nvPr/>
          </p:nvSpPr>
          <p:spPr>
            <a:xfrm>
              <a:off x="4356811" y="619924"/>
              <a:ext cx="169452" cy="163353"/>
            </a:xfrm>
            <a:custGeom>
              <a:avLst/>
              <a:gdLst/>
              <a:ahLst/>
              <a:cxnLst/>
              <a:rect l="l" t="t" r="r" b="b"/>
              <a:pathLst>
                <a:path w="169452" h="163353" extrusionOk="0">
                  <a:moveTo>
                    <a:pt x="169453" y="163354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35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4364;p48">
              <a:extLst>
                <a:ext uri="{FF2B5EF4-FFF2-40B4-BE49-F238E27FC236}">
                  <a16:creationId xmlns:a16="http://schemas.microsoft.com/office/drawing/2014/main" id="{684BC829-1083-71BD-D526-915236E1ADA8}"/>
                </a:ext>
              </a:extLst>
            </p:cNvPr>
            <p:cNvSpPr/>
            <p:nvPr/>
          </p:nvSpPr>
          <p:spPr>
            <a:xfrm>
              <a:off x="4598397" y="759656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4365;p48">
              <a:extLst>
                <a:ext uri="{FF2B5EF4-FFF2-40B4-BE49-F238E27FC236}">
                  <a16:creationId xmlns:a16="http://schemas.microsoft.com/office/drawing/2014/main" id="{AF11CD30-7DF4-8319-6584-0071EC0D9C9D}"/>
                </a:ext>
              </a:extLst>
            </p:cNvPr>
            <p:cNvSpPr/>
            <p:nvPr/>
          </p:nvSpPr>
          <p:spPr>
            <a:xfrm>
              <a:off x="4356811" y="761466"/>
              <a:ext cx="169452" cy="163448"/>
            </a:xfrm>
            <a:custGeom>
              <a:avLst/>
              <a:gdLst/>
              <a:ahLst/>
              <a:cxnLst/>
              <a:rect l="l" t="t" r="r" b="b"/>
              <a:pathLst>
                <a:path w="169452" h="163448" extrusionOk="0">
                  <a:moveTo>
                    <a:pt x="169453" y="163449"/>
                  </a:moveTo>
                  <a:lnTo>
                    <a:pt x="0" y="65437"/>
                  </a:lnTo>
                  <a:lnTo>
                    <a:pt x="0" y="0"/>
                  </a:lnTo>
                  <a:lnTo>
                    <a:pt x="169453" y="98107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4366;p48">
              <a:extLst>
                <a:ext uri="{FF2B5EF4-FFF2-40B4-BE49-F238E27FC236}">
                  <a16:creationId xmlns:a16="http://schemas.microsoft.com/office/drawing/2014/main" id="{4444E021-D631-D578-3CB0-F7480676893B}"/>
                </a:ext>
              </a:extLst>
            </p:cNvPr>
            <p:cNvSpPr/>
            <p:nvPr/>
          </p:nvSpPr>
          <p:spPr>
            <a:xfrm>
              <a:off x="4598397" y="901293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4367;p48">
              <a:extLst>
                <a:ext uri="{FF2B5EF4-FFF2-40B4-BE49-F238E27FC236}">
                  <a16:creationId xmlns:a16="http://schemas.microsoft.com/office/drawing/2014/main" id="{C8644193-8254-E873-59C1-DCF904DAD6AC}"/>
                </a:ext>
              </a:extLst>
            </p:cNvPr>
            <p:cNvSpPr/>
            <p:nvPr/>
          </p:nvSpPr>
          <p:spPr>
            <a:xfrm>
              <a:off x="4356811" y="903102"/>
              <a:ext cx="169452" cy="163449"/>
            </a:xfrm>
            <a:custGeom>
              <a:avLst/>
              <a:gdLst/>
              <a:ahLst/>
              <a:cxnLst/>
              <a:rect l="l" t="t" r="r" b="b"/>
              <a:pathLst>
                <a:path w="169452" h="163449" extrusionOk="0">
                  <a:moveTo>
                    <a:pt x="169453" y="16344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169453" y="98012"/>
                  </a:lnTo>
                  <a:lnTo>
                    <a:pt x="169453" y="16344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4368;p48">
              <a:extLst>
                <a:ext uri="{FF2B5EF4-FFF2-40B4-BE49-F238E27FC236}">
                  <a16:creationId xmlns:a16="http://schemas.microsoft.com/office/drawing/2014/main" id="{37AFCD95-0C41-14C9-301F-21E6F9E0718D}"/>
                </a:ext>
              </a:extLst>
            </p:cNvPr>
            <p:cNvSpPr/>
            <p:nvPr/>
          </p:nvSpPr>
          <p:spPr>
            <a:xfrm>
              <a:off x="4598397" y="1042929"/>
              <a:ext cx="298038" cy="237839"/>
            </a:xfrm>
            <a:custGeom>
              <a:avLst/>
              <a:gdLst/>
              <a:ahLst/>
              <a:cxnLst/>
              <a:rect l="l" t="t" r="r" b="b"/>
              <a:pathLst>
                <a:path w="298038" h="237839" extrusionOk="0">
                  <a:moveTo>
                    <a:pt x="298039" y="237839"/>
                  </a:moveTo>
                  <a:lnTo>
                    <a:pt x="0" y="65342"/>
                  </a:lnTo>
                  <a:lnTo>
                    <a:pt x="0" y="0"/>
                  </a:lnTo>
                  <a:lnTo>
                    <a:pt x="298039" y="172498"/>
                  </a:lnTo>
                  <a:lnTo>
                    <a:pt x="298039" y="2378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4369;p48">
              <a:extLst>
                <a:ext uri="{FF2B5EF4-FFF2-40B4-BE49-F238E27FC236}">
                  <a16:creationId xmlns:a16="http://schemas.microsoft.com/office/drawing/2014/main" id="{C4D2D52B-BFD4-A77A-225D-4BA51897AF15}"/>
                </a:ext>
              </a:extLst>
            </p:cNvPr>
            <p:cNvSpPr/>
            <p:nvPr/>
          </p:nvSpPr>
          <p:spPr>
            <a:xfrm>
              <a:off x="5115879" y="982814"/>
              <a:ext cx="204046" cy="276142"/>
            </a:xfrm>
            <a:custGeom>
              <a:avLst/>
              <a:gdLst/>
              <a:ahLst/>
              <a:cxnLst/>
              <a:rect l="l" t="t" r="r" b="b"/>
              <a:pathLst>
                <a:path w="204046" h="276142" extrusionOk="0">
                  <a:moveTo>
                    <a:pt x="665" y="41256"/>
                  </a:moveTo>
                  <a:cubicBezTo>
                    <a:pt x="38205" y="-7321"/>
                    <a:pt x="105207" y="-15132"/>
                    <a:pt x="182188" y="29255"/>
                  </a:cubicBezTo>
                  <a:cubicBezTo>
                    <a:pt x="189601" y="33541"/>
                    <a:pt x="196918" y="38208"/>
                    <a:pt x="204046" y="43161"/>
                  </a:cubicBezTo>
                  <a:lnTo>
                    <a:pt x="182663" y="276143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4399F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4370;p48">
              <a:extLst>
                <a:ext uri="{FF2B5EF4-FFF2-40B4-BE49-F238E27FC236}">
                  <a16:creationId xmlns:a16="http://schemas.microsoft.com/office/drawing/2014/main" id="{EF58F1E0-AFD5-8809-9CD5-9C4EC737734D}"/>
                </a:ext>
              </a:extLst>
            </p:cNvPr>
            <p:cNvSpPr/>
            <p:nvPr/>
          </p:nvSpPr>
          <p:spPr>
            <a:xfrm>
              <a:off x="5297876" y="1025975"/>
              <a:ext cx="199579" cy="260699"/>
            </a:xfrm>
            <a:custGeom>
              <a:avLst/>
              <a:gdLst/>
              <a:ahLst/>
              <a:cxnLst/>
              <a:rect l="l" t="t" r="r" b="b"/>
              <a:pathLst>
                <a:path w="199579" h="260699" extrusionOk="0">
                  <a:moveTo>
                    <a:pt x="199580" y="260699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864"/>
                    <a:pt x="171733" y="158972"/>
                    <a:pt x="199580" y="260699"/>
                  </a:cubicBez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4371;p48">
              <a:extLst>
                <a:ext uri="{FF2B5EF4-FFF2-40B4-BE49-F238E27FC236}">
                  <a16:creationId xmlns:a16="http://schemas.microsoft.com/office/drawing/2014/main" id="{76EB632B-0A3C-9B28-F915-2369AF460EEC}"/>
                </a:ext>
              </a:extLst>
            </p:cNvPr>
            <p:cNvSpPr/>
            <p:nvPr/>
          </p:nvSpPr>
          <p:spPr>
            <a:xfrm>
              <a:off x="5298541" y="1258956"/>
              <a:ext cx="212884" cy="276193"/>
            </a:xfrm>
            <a:custGeom>
              <a:avLst/>
              <a:gdLst/>
              <a:ahLst/>
              <a:cxnLst/>
              <a:rect l="l" t="t" r="r" b="b"/>
              <a:pathLst>
                <a:path w="212884" h="276193" extrusionOk="0">
                  <a:moveTo>
                    <a:pt x="212885" y="123444"/>
                  </a:moveTo>
                  <a:cubicBezTo>
                    <a:pt x="212885" y="228219"/>
                    <a:pt x="155862" y="285369"/>
                    <a:pt x="76315" y="274987"/>
                  </a:cubicBezTo>
                  <a:lnTo>
                    <a:pt x="0" y="0"/>
                  </a:lnTo>
                  <a:lnTo>
                    <a:pt x="199580" y="27718"/>
                  </a:lnTo>
                  <a:cubicBezTo>
                    <a:pt x="208332" y="58874"/>
                    <a:pt x="212809" y="91078"/>
                    <a:pt x="212885" y="123444"/>
                  </a:cubicBezTo>
                  <a:close/>
                </a:path>
              </a:pathLst>
            </a:custGeom>
            <a:solidFill>
              <a:srgbClr val="FF4D4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4372;p48">
              <a:extLst>
                <a:ext uri="{FF2B5EF4-FFF2-40B4-BE49-F238E27FC236}">
                  <a16:creationId xmlns:a16="http://schemas.microsoft.com/office/drawing/2014/main" id="{322A8CA2-CF79-89FB-BE99-28D352E2049E}"/>
                </a:ext>
              </a:extLst>
            </p:cNvPr>
            <p:cNvSpPr/>
            <p:nvPr/>
          </p:nvSpPr>
          <p:spPr>
            <a:xfrm>
              <a:off x="5084706" y="1024070"/>
              <a:ext cx="290055" cy="509778"/>
            </a:xfrm>
            <a:custGeom>
              <a:avLst/>
              <a:gdLst/>
              <a:ahLst/>
              <a:cxnLst/>
              <a:rect l="l" t="t" r="r" b="b"/>
              <a:pathLst>
                <a:path w="290055" h="509778" extrusionOk="0">
                  <a:moveTo>
                    <a:pt x="31172" y="952"/>
                  </a:moveTo>
                  <a:cubicBezTo>
                    <a:pt x="11405" y="26956"/>
                    <a:pt x="0" y="64389"/>
                    <a:pt x="0" y="111442"/>
                  </a:cubicBezTo>
                  <a:cubicBezTo>
                    <a:pt x="0" y="247840"/>
                    <a:pt x="95513" y="413575"/>
                    <a:pt x="213360" y="481775"/>
                  </a:cubicBezTo>
                  <a:cubicBezTo>
                    <a:pt x="236863" y="496024"/>
                    <a:pt x="262913" y="505539"/>
                    <a:pt x="290055" y="509778"/>
                  </a:cubicBezTo>
                  <a:lnTo>
                    <a:pt x="213835" y="234886"/>
                  </a:lnTo>
                  <a:lnTo>
                    <a:pt x="32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4373;p48">
              <a:extLst>
                <a:ext uri="{FF2B5EF4-FFF2-40B4-BE49-F238E27FC236}">
                  <a16:creationId xmlns:a16="http://schemas.microsoft.com/office/drawing/2014/main" id="{AFCE65E5-CD28-E565-029E-FA014EC446CF}"/>
                </a:ext>
              </a:extLst>
            </p:cNvPr>
            <p:cNvSpPr/>
            <p:nvPr/>
          </p:nvSpPr>
          <p:spPr>
            <a:xfrm>
              <a:off x="5705494" y="1324174"/>
              <a:ext cx="204331" cy="276159"/>
            </a:xfrm>
            <a:custGeom>
              <a:avLst/>
              <a:gdLst/>
              <a:ahLst/>
              <a:cxnLst/>
              <a:rect l="l" t="t" r="r" b="b"/>
              <a:pathLst>
                <a:path w="204331" h="276159" extrusionOk="0">
                  <a:moveTo>
                    <a:pt x="950" y="41272"/>
                  </a:moveTo>
                  <a:cubicBezTo>
                    <a:pt x="38490" y="-7305"/>
                    <a:pt x="105492" y="-15116"/>
                    <a:pt x="182473" y="29176"/>
                  </a:cubicBezTo>
                  <a:cubicBezTo>
                    <a:pt x="189885" y="33462"/>
                    <a:pt x="197108" y="38129"/>
                    <a:pt x="204331" y="43178"/>
                  </a:cubicBezTo>
                  <a:lnTo>
                    <a:pt x="182283" y="276159"/>
                  </a:lnTo>
                  <a:lnTo>
                    <a:pt x="0" y="42130"/>
                  </a:lnTo>
                  <a:close/>
                </a:path>
              </a:pathLst>
            </a:custGeom>
            <a:solidFill>
              <a:srgbClr val="54352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4374;p48">
              <a:extLst>
                <a:ext uri="{FF2B5EF4-FFF2-40B4-BE49-F238E27FC236}">
                  <a16:creationId xmlns:a16="http://schemas.microsoft.com/office/drawing/2014/main" id="{AE61AA31-6084-51EB-54F0-42D8C0784AD8}"/>
                </a:ext>
              </a:extLst>
            </p:cNvPr>
            <p:cNvSpPr/>
            <p:nvPr/>
          </p:nvSpPr>
          <p:spPr>
            <a:xfrm>
              <a:off x="5887776" y="1367351"/>
              <a:ext cx="199579" cy="260603"/>
            </a:xfrm>
            <a:custGeom>
              <a:avLst/>
              <a:gdLst/>
              <a:ahLst/>
              <a:cxnLst/>
              <a:rect l="l" t="t" r="r" b="b"/>
              <a:pathLst>
                <a:path w="199579" h="260603" extrusionOk="0">
                  <a:moveTo>
                    <a:pt x="199580" y="260604"/>
                  </a:moveTo>
                  <a:lnTo>
                    <a:pt x="0" y="232981"/>
                  </a:lnTo>
                  <a:lnTo>
                    <a:pt x="21859" y="0"/>
                  </a:lnTo>
                  <a:cubicBezTo>
                    <a:pt x="103591" y="56769"/>
                    <a:pt x="171638" y="158877"/>
                    <a:pt x="199580" y="260604"/>
                  </a:cubicBezTo>
                  <a:close/>
                </a:path>
              </a:pathLst>
            </a:custGeom>
            <a:solidFill>
              <a:srgbClr val="1B96EA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4375;p48">
              <a:extLst>
                <a:ext uri="{FF2B5EF4-FFF2-40B4-BE49-F238E27FC236}">
                  <a16:creationId xmlns:a16="http://schemas.microsoft.com/office/drawing/2014/main" id="{5275886A-6C9D-7144-298B-D68580043217}"/>
                </a:ext>
              </a:extLst>
            </p:cNvPr>
            <p:cNvSpPr/>
            <p:nvPr/>
          </p:nvSpPr>
          <p:spPr>
            <a:xfrm>
              <a:off x="5887776" y="1600333"/>
              <a:ext cx="213550" cy="276118"/>
            </a:xfrm>
            <a:custGeom>
              <a:avLst/>
              <a:gdLst/>
              <a:ahLst/>
              <a:cxnLst/>
              <a:rect l="l" t="t" r="r" b="b"/>
              <a:pathLst>
                <a:path w="213550" h="276118" extrusionOk="0">
                  <a:moveTo>
                    <a:pt x="213550" y="123444"/>
                  </a:moveTo>
                  <a:cubicBezTo>
                    <a:pt x="213550" y="228219"/>
                    <a:pt x="156527" y="285369"/>
                    <a:pt x="76981" y="274892"/>
                  </a:cubicBezTo>
                  <a:lnTo>
                    <a:pt x="0" y="0"/>
                  </a:lnTo>
                  <a:lnTo>
                    <a:pt x="199580" y="27622"/>
                  </a:lnTo>
                  <a:cubicBezTo>
                    <a:pt x="208504" y="58788"/>
                    <a:pt x="213208" y="91021"/>
                    <a:pt x="213550" y="1234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4376;p48">
              <a:extLst>
                <a:ext uri="{FF2B5EF4-FFF2-40B4-BE49-F238E27FC236}">
                  <a16:creationId xmlns:a16="http://schemas.microsoft.com/office/drawing/2014/main" id="{7C484899-B535-1AE0-0241-11D117C6074B}"/>
                </a:ext>
              </a:extLst>
            </p:cNvPr>
            <p:cNvSpPr/>
            <p:nvPr/>
          </p:nvSpPr>
          <p:spPr>
            <a:xfrm>
              <a:off x="5674606" y="1365446"/>
              <a:ext cx="290055" cy="509682"/>
            </a:xfrm>
            <a:custGeom>
              <a:avLst/>
              <a:gdLst/>
              <a:ahLst/>
              <a:cxnLst/>
              <a:rect l="l" t="t" r="r" b="b"/>
              <a:pathLst>
                <a:path w="290055" h="509682" extrusionOk="0">
                  <a:moveTo>
                    <a:pt x="31077" y="857"/>
                  </a:moveTo>
                  <a:cubicBezTo>
                    <a:pt x="11404" y="26956"/>
                    <a:pt x="0" y="64294"/>
                    <a:pt x="0" y="111347"/>
                  </a:cubicBezTo>
                  <a:cubicBezTo>
                    <a:pt x="0" y="247745"/>
                    <a:pt x="95513" y="413575"/>
                    <a:pt x="213360" y="481775"/>
                  </a:cubicBezTo>
                  <a:cubicBezTo>
                    <a:pt x="236844" y="496033"/>
                    <a:pt x="262913" y="505520"/>
                    <a:pt x="290055" y="509683"/>
                  </a:cubicBezTo>
                  <a:lnTo>
                    <a:pt x="213170" y="234887"/>
                  </a:lnTo>
                  <a:lnTo>
                    <a:pt x="31647" y="0"/>
                  </a:ln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4377;p48">
              <a:extLst>
                <a:ext uri="{FF2B5EF4-FFF2-40B4-BE49-F238E27FC236}">
                  <a16:creationId xmlns:a16="http://schemas.microsoft.com/office/drawing/2014/main" id="{5B869851-A4C1-B35F-5473-EF1987EB93E9}"/>
                </a:ext>
              </a:extLst>
            </p:cNvPr>
            <p:cNvSpPr/>
            <p:nvPr/>
          </p:nvSpPr>
          <p:spPr>
            <a:xfrm>
              <a:off x="5115879" y="1943808"/>
              <a:ext cx="971477" cy="359289"/>
            </a:xfrm>
            <a:custGeom>
              <a:avLst/>
              <a:gdLst/>
              <a:ahLst/>
              <a:cxnLst/>
              <a:rect l="l" t="t" r="r" b="b"/>
              <a:pathLst>
                <a:path w="971477" h="359289" extrusionOk="0">
                  <a:moveTo>
                    <a:pt x="0" y="102961"/>
                  </a:moveTo>
                  <a:cubicBezTo>
                    <a:pt x="0" y="102961"/>
                    <a:pt x="144553" y="-173264"/>
                    <a:pt x="511684" y="179161"/>
                  </a:cubicBezTo>
                  <a:cubicBezTo>
                    <a:pt x="878815" y="531586"/>
                    <a:pt x="971477" y="258218"/>
                    <a:pt x="971477" y="258218"/>
                  </a:cubicBezTo>
                </a:path>
              </a:pathLst>
            </a:custGeom>
            <a:noFill/>
            <a:ln w="13475" cap="flat" cmpd="sng">
              <a:solidFill>
                <a:srgbClr val="D6D8E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4378;p48">
              <a:extLst>
                <a:ext uri="{FF2B5EF4-FFF2-40B4-BE49-F238E27FC236}">
                  <a16:creationId xmlns:a16="http://schemas.microsoft.com/office/drawing/2014/main" id="{40E95024-9F16-ED7C-A5D0-FC6414634D01}"/>
                </a:ext>
              </a:extLst>
            </p:cNvPr>
            <p:cNvSpPr/>
            <p:nvPr/>
          </p:nvSpPr>
          <p:spPr>
            <a:xfrm rot="-1801764">
              <a:off x="5403245" y="1931037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1" y="86677"/>
                    <a:pt x="0" y="67274"/>
                    <a:pt x="0" y="43339"/>
                  </a:cubicBezTo>
                  <a:cubicBezTo>
                    <a:pt x="0" y="19403"/>
                    <a:pt x="11191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4379;p48">
              <a:extLst>
                <a:ext uri="{FF2B5EF4-FFF2-40B4-BE49-F238E27FC236}">
                  <a16:creationId xmlns:a16="http://schemas.microsoft.com/office/drawing/2014/main" id="{7F325F85-E3EE-ADE4-0D6A-F977BA0D9128}"/>
                </a:ext>
              </a:extLst>
            </p:cNvPr>
            <p:cNvSpPr/>
            <p:nvPr/>
          </p:nvSpPr>
          <p:spPr>
            <a:xfrm rot="-1801764">
              <a:off x="5143652" y="193052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7"/>
                    <a:pt x="24995" y="86677"/>
                  </a:cubicBezTo>
                  <a:cubicBezTo>
                    <a:pt x="11190" y="86677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4380;p48">
              <a:extLst>
                <a:ext uri="{FF2B5EF4-FFF2-40B4-BE49-F238E27FC236}">
                  <a16:creationId xmlns:a16="http://schemas.microsoft.com/office/drawing/2014/main" id="{32130A8C-30B5-DC54-866C-077DDA53518C}"/>
                </a:ext>
              </a:extLst>
            </p:cNvPr>
            <p:cNvSpPr/>
            <p:nvPr/>
          </p:nvSpPr>
          <p:spPr>
            <a:xfrm rot="-1790023">
              <a:off x="5694653" y="2149239"/>
              <a:ext cx="50164" cy="86979"/>
            </a:xfrm>
            <a:custGeom>
              <a:avLst/>
              <a:gdLst/>
              <a:ahLst/>
              <a:cxnLst/>
              <a:rect l="l" t="t" r="r" b="b"/>
              <a:pathLst>
                <a:path w="50162" h="86976" extrusionOk="0">
                  <a:moveTo>
                    <a:pt x="50164" y="43489"/>
                  </a:moveTo>
                  <a:cubicBezTo>
                    <a:pt x="50164" y="67507"/>
                    <a:pt x="38934" y="86977"/>
                    <a:pt x="25082" y="86977"/>
                  </a:cubicBezTo>
                  <a:cubicBezTo>
                    <a:pt x="11231" y="86977"/>
                    <a:pt x="1" y="67507"/>
                    <a:pt x="1" y="43489"/>
                  </a:cubicBezTo>
                  <a:cubicBezTo>
                    <a:pt x="1" y="19471"/>
                    <a:pt x="11231" y="1"/>
                    <a:pt x="25082" y="1"/>
                  </a:cubicBezTo>
                  <a:cubicBezTo>
                    <a:pt x="38934" y="1"/>
                    <a:pt x="50164" y="19471"/>
                    <a:pt x="50164" y="4348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4381;p48">
              <a:extLst>
                <a:ext uri="{FF2B5EF4-FFF2-40B4-BE49-F238E27FC236}">
                  <a16:creationId xmlns:a16="http://schemas.microsoft.com/office/drawing/2014/main" id="{29A8EC54-F096-4477-4A23-40277ACE76F1}"/>
                </a:ext>
              </a:extLst>
            </p:cNvPr>
            <p:cNvSpPr/>
            <p:nvPr/>
          </p:nvSpPr>
          <p:spPr>
            <a:xfrm rot="-1801764">
              <a:off x="5993267" y="2236949"/>
              <a:ext cx="49945" cy="86600"/>
            </a:xfrm>
            <a:custGeom>
              <a:avLst/>
              <a:gdLst/>
              <a:ahLst/>
              <a:cxnLst/>
              <a:rect l="l" t="t" r="r" b="b"/>
              <a:pathLst>
                <a:path w="49989" h="86677" extrusionOk="0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4382;p48">
              <a:extLst>
                <a:ext uri="{FF2B5EF4-FFF2-40B4-BE49-F238E27FC236}">
                  <a16:creationId xmlns:a16="http://schemas.microsoft.com/office/drawing/2014/main" id="{AF5D093D-3E17-75CD-901C-585FD5075713}"/>
                </a:ext>
              </a:extLst>
            </p:cNvPr>
            <p:cNvSpPr/>
            <p:nvPr/>
          </p:nvSpPr>
          <p:spPr>
            <a:xfrm>
              <a:off x="4356811" y="1418691"/>
              <a:ext cx="57973" cy="235172"/>
            </a:xfrm>
            <a:custGeom>
              <a:avLst/>
              <a:gdLst/>
              <a:ahLst/>
              <a:cxnLst/>
              <a:rect l="l" t="t" r="r" b="b"/>
              <a:pathLst>
                <a:path w="57973" h="235172" extrusionOk="0">
                  <a:moveTo>
                    <a:pt x="57973" y="235172"/>
                  </a:moveTo>
                  <a:lnTo>
                    <a:pt x="0" y="201549"/>
                  </a:lnTo>
                  <a:lnTo>
                    <a:pt x="0" y="0"/>
                  </a:lnTo>
                  <a:lnTo>
                    <a:pt x="57973" y="33623"/>
                  </a:lnTo>
                  <a:lnTo>
                    <a:pt x="57973" y="23517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4383;p48">
              <a:extLst>
                <a:ext uri="{FF2B5EF4-FFF2-40B4-BE49-F238E27FC236}">
                  <a16:creationId xmlns:a16="http://schemas.microsoft.com/office/drawing/2014/main" id="{D059F635-0FBC-FBCD-7061-0CC462B49F4C}"/>
                </a:ext>
              </a:extLst>
            </p:cNvPr>
            <p:cNvSpPr/>
            <p:nvPr/>
          </p:nvSpPr>
          <p:spPr>
            <a:xfrm>
              <a:off x="4517330" y="1440789"/>
              <a:ext cx="58068" cy="305942"/>
            </a:xfrm>
            <a:custGeom>
              <a:avLst/>
              <a:gdLst/>
              <a:ahLst/>
              <a:cxnLst/>
              <a:rect l="l" t="t" r="r" b="b"/>
              <a:pathLst>
                <a:path w="58068" h="305942" extrusionOk="0">
                  <a:moveTo>
                    <a:pt x="58068" y="305943"/>
                  </a:moveTo>
                  <a:lnTo>
                    <a:pt x="0" y="272320"/>
                  </a:lnTo>
                  <a:lnTo>
                    <a:pt x="0" y="0"/>
                  </a:lnTo>
                  <a:lnTo>
                    <a:pt x="58068" y="33623"/>
                  </a:lnTo>
                  <a:lnTo>
                    <a:pt x="58068" y="30594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4384;p48">
              <a:extLst>
                <a:ext uri="{FF2B5EF4-FFF2-40B4-BE49-F238E27FC236}">
                  <a16:creationId xmlns:a16="http://schemas.microsoft.com/office/drawing/2014/main" id="{CB820901-19E1-A165-B1D2-BCC0684403F6}"/>
                </a:ext>
              </a:extLst>
            </p:cNvPr>
            <p:cNvSpPr/>
            <p:nvPr/>
          </p:nvSpPr>
          <p:spPr>
            <a:xfrm>
              <a:off x="4677849" y="1415738"/>
              <a:ext cx="58067" cy="423862"/>
            </a:xfrm>
            <a:custGeom>
              <a:avLst/>
              <a:gdLst/>
              <a:ahLst/>
              <a:cxnLst/>
              <a:rect l="l" t="t" r="r" b="b"/>
              <a:pathLst>
                <a:path w="58067" h="423862" extrusionOk="0">
                  <a:moveTo>
                    <a:pt x="58068" y="423863"/>
                  </a:moveTo>
                  <a:lnTo>
                    <a:pt x="0" y="390335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423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4385;p48">
              <a:extLst>
                <a:ext uri="{FF2B5EF4-FFF2-40B4-BE49-F238E27FC236}">
                  <a16:creationId xmlns:a16="http://schemas.microsoft.com/office/drawing/2014/main" id="{1E35B6D2-66C5-31A1-2D43-528CD89728D0}"/>
                </a:ext>
              </a:extLst>
            </p:cNvPr>
            <p:cNvSpPr/>
            <p:nvPr/>
          </p:nvSpPr>
          <p:spPr>
            <a:xfrm>
              <a:off x="4838368" y="1414214"/>
              <a:ext cx="58068" cy="518255"/>
            </a:xfrm>
            <a:custGeom>
              <a:avLst/>
              <a:gdLst/>
              <a:ahLst/>
              <a:cxnLst/>
              <a:rect l="l" t="t" r="r" b="b"/>
              <a:pathLst>
                <a:path w="58068" h="518255" extrusionOk="0">
                  <a:moveTo>
                    <a:pt x="58068" y="518255"/>
                  </a:moveTo>
                  <a:lnTo>
                    <a:pt x="0" y="484727"/>
                  </a:lnTo>
                  <a:lnTo>
                    <a:pt x="0" y="0"/>
                  </a:lnTo>
                  <a:lnTo>
                    <a:pt x="58068" y="33528"/>
                  </a:lnTo>
                  <a:lnTo>
                    <a:pt x="58068" y="518255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4386;p48">
              <a:extLst>
                <a:ext uri="{FF2B5EF4-FFF2-40B4-BE49-F238E27FC236}">
                  <a16:creationId xmlns:a16="http://schemas.microsoft.com/office/drawing/2014/main" id="{342F916D-9B25-7002-19D9-2F8D462F9028}"/>
                </a:ext>
              </a:extLst>
            </p:cNvPr>
            <p:cNvSpPr/>
            <p:nvPr/>
          </p:nvSpPr>
          <p:spPr>
            <a:xfrm>
              <a:off x="5343399" y="3731361"/>
              <a:ext cx="99124" cy="151542"/>
            </a:xfrm>
            <a:custGeom>
              <a:avLst/>
              <a:gdLst/>
              <a:ahLst/>
              <a:cxnLst/>
              <a:rect l="l" t="t" r="r" b="b"/>
              <a:pathLst>
                <a:path w="99124" h="151542" extrusionOk="0">
                  <a:moveTo>
                    <a:pt x="16347" y="151543"/>
                  </a:moveTo>
                  <a:lnTo>
                    <a:pt x="99124" y="104204"/>
                  </a:lnTo>
                  <a:lnTo>
                    <a:pt x="0" y="0"/>
                  </a:lnTo>
                  <a:lnTo>
                    <a:pt x="16347" y="151543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4387;p48">
              <a:extLst>
                <a:ext uri="{FF2B5EF4-FFF2-40B4-BE49-F238E27FC236}">
                  <a16:creationId xmlns:a16="http://schemas.microsoft.com/office/drawing/2014/main" id="{E04EA749-462C-8E42-0F9D-88D69A3883CC}"/>
                </a:ext>
              </a:extLst>
            </p:cNvPr>
            <p:cNvSpPr/>
            <p:nvPr/>
          </p:nvSpPr>
          <p:spPr>
            <a:xfrm>
              <a:off x="4678419" y="3350075"/>
              <a:ext cx="69282" cy="136588"/>
            </a:xfrm>
            <a:custGeom>
              <a:avLst/>
              <a:gdLst/>
              <a:ahLst/>
              <a:cxnLst/>
              <a:rect l="l" t="t" r="r" b="b"/>
              <a:pathLst>
                <a:path w="69282" h="136588" extrusionOk="0">
                  <a:moveTo>
                    <a:pt x="0" y="136588"/>
                  </a:moveTo>
                  <a:lnTo>
                    <a:pt x="69283" y="98298"/>
                  </a:lnTo>
                  <a:lnTo>
                    <a:pt x="42672" y="0"/>
                  </a:lnTo>
                  <a:lnTo>
                    <a:pt x="0" y="136588"/>
                  </a:lnTo>
                  <a:close/>
                </a:path>
              </a:pathLst>
            </a:custGeom>
            <a:solidFill>
              <a:srgbClr val="9EA2B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8" name="Google Shape;4388;p48">
              <a:extLst>
                <a:ext uri="{FF2B5EF4-FFF2-40B4-BE49-F238E27FC236}">
                  <a16:creationId xmlns:a16="http://schemas.microsoft.com/office/drawing/2014/main" id="{B6CB01A9-CBBB-AAB5-EF68-5E0294D8ED0E}"/>
                </a:ext>
              </a:extLst>
            </p:cNvPr>
            <p:cNvGrpSpPr/>
            <p:nvPr/>
          </p:nvGrpSpPr>
          <p:grpSpPr>
            <a:xfrm>
              <a:off x="3103642" y="4105408"/>
              <a:ext cx="746807" cy="516445"/>
              <a:chOff x="4884742" y="4921758"/>
              <a:chExt cx="746807" cy="516445"/>
            </a:xfrm>
          </p:grpSpPr>
          <p:sp>
            <p:nvSpPr>
              <p:cNvPr id="530" name="Google Shape;4389;p48">
                <a:extLst>
                  <a:ext uri="{FF2B5EF4-FFF2-40B4-BE49-F238E27FC236}">
                    <a16:creationId xmlns:a16="http://schemas.microsoft.com/office/drawing/2014/main" id="{49244B07-4F80-09A6-BDEC-73897776B63D}"/>
                  </a:ext>
                </a:extLst>
              </p:cNvPr>
              <p:cNvSpPr/>
              <p:nvPr/>
            </p:nvSpPr>
            <p:spPr>
              <a:xfrm>
                <a:off x="4884742" y="505358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4390;p48">
                <a:extLst>
                  <a:ext uri="{FF2B5EF4-FFF2-40B4-BE49-F238E27FC236}">
                    <a16:creationId xmlns:a16="http://schemas.microsoft.com/office/drawing/2014/main" id="{800A7DAB-26B5-69F4-0CF2-41316E5FBF19}"/>
                  </a:ext>
                </a:extLst>
              </p:cNvPr>
              <p:cNvSpPr/>
              <p:nvPr/>
            </p:nvSpPr>
            <p:spPr>
              <a:xfrm>
                <a:off x="4966950" y="5004149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4391;p48">
                <a:extLst>
                  <a:ext uri="{FF2B5EF4-FFF2-40B4-BE49-F238E27FC236}">
                    <a16:creationId xmlns:a16="http://schemas.microsoft.com/office/drawing/2014/main" id="{CDBF19C3-3295-B081-2D38-473206611EA3}"/>
                  </a:ext>
                </a:extLst>
              </p:cNvPr>
              <p:cNvSpPr/>
              <p:nvPr/>
            </p:nvSpPr>
            <p:spPr>
              <a:xfrm>
                <a:off x="4967045" y="5111781"/>
                <a:ext cx="65671" cy="87534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534" extrusionOk="0">
                    <a:moveTo>
                      <a:pt x="0" y="87534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534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4392;p48">
                <a:extLst>
                  <a:ext uri="{FF2B5EF4-FFF2-40B4-BE49-F238E27FC236}">
                    <a16:creationId xmlns:a16="http://schemas.microsoft.com/office/drawing/2014/main" id="{1B903372-9BF6-DF1A-C57E-4A97281FA337}"/>
                  </a:ext>
                </a:extLst>
              </p:cNvPr>
              <p:cNvSpPr/>
              <p:nvPr/>
            </p:nvSpPr>
            <p:spPr>
              <a:xfrm>
                <a:off x="5581465" y="5114067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4393;p48">
                <a:extLst>
                  <a:ext uri="{FF2B5EF4-FFF2-40B4-BE49-F238E27FC236}">
                    <a16:creationId xmlns:a16="http://schemas.microsoft.com/office/drawing/2014/main" id="{BEF81693-89E6-9FA8-8BD3-D53EE4873A5F}"/>
                  </a:ext>
                </a:extLst>
              </p:cNvPr>
              <p:cNvSpPr/>
              <p:nvPr/>
            </p:nvSpPr>
            <p:spPr>
              <a:xfrm>
                <a:off x="4966950" y="4921758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4394;p48">
                <a:extLst>
                  <a:ext uri="{FF2B5EF4-FFF2-40B4-BE49-F238E27FC236}">
                    <a16:creationId xmlns:a16="http://schemas.microsoft.com/office/drawing/2014/main" id="{04BAB173-2E29-8AB6-B9A6-33325BFF417D}"/>
                  </a:ext>
                </a:extLst>
              </p:cNvPr>
              <p:cNvSpPr/>
              <p:nvPr/>
            </p:nvSpPr>
            <p:spPr>
              <a:xfrm>
                <a:off x="5061432" y="4974074"/>
                <a:ext cx="475691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248" extrusionOk="0">
                    <a:moveTo>
                      <a:pt x="475270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135" y="288679"/>
                      <a:pt x="162500" y="288679"/>
                      <a:pt x="69553" y="234958"/>
                    </a:cubicBezTo>
                    <a:cubicBezTo>
                      <a:pt x="26786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135" y="-13454"/>
                      <a:pt x="405987" y="40362"/>
                    </a:cubicBezTo>
                    <a:cubicBezTo>
                      <a:pt x="456072" y="69318"/>
                      <a:pt x="479167" y="107990"/>
                      <a:pt x="475270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4395;p48">
                <a:extLst>
                  <a:ext uri="{FF2B5EF4-FFF2-40B4-BE49-F238E27FC236}">
                    <a16:creationId xmlns:a16="http://schemas.microsoft.com/office/drawing/2014/main" id="{9939C91C-C6FD-EB3D-A0A5-41C9D95EF75B}"/>
                  </a:ext>
                </a:extLst>
              </p:cNvPr>
              <p:cNvSpPr/>
              <p:nvPr/>
            </p:nvSpPr>
            <p:spPr>
              <a:xfrm>
                <a:off x="5061893" y="4990552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675" y="272201"/>
                      <a:pt x="162040" y="272201"/>
                      <a:pt x="69092" y="218480"/>
                    </a:cubicBezTo>
                    <a:cubicBezTo>
                      <a:pt x="26325" y="193715"/>
                      <a:pt x="3231" y="161806"/>
                      <a:pt x="0" y="129421"/>
                    </a:cubicBezTo>
                    <a:cubicBezTo>
                      <a:pt x="3231" y="97036"/>
                      <a:pt x="26325" y="65127"/>
                      <a:pt x="69092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127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4396;p48">
                <a:extLst>
                  <a:ext uri="{FF2B5EF4-FFF2-40B4-BE49-F238E27FC236}">
                    <a16:creationId xmlns:a16="http://schemas.microsoft.com/office/drawing/2014/main" id="{232C90F5-33F0-075C-3FBE-BFBE53C7D21A}"/>
                  </a:ext>
                </a:extLst>
              </p:cNvPr>
              <p:cNvSpPr/>
              <p:nvPr/>
            </p:nvSpPr>
            <p:spPr>
              <a:xfrm>
                <a:off x="5183826" y="5052822"/>
                <a:ext cx="221040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4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336"/>
                      <a:pt x="94943" y="24193"/>
                      <a:pt x="90096" y="25146"/>
                    </a:cubicBezTo>
                    <a:cubicBezTo>
                      <a:pt x="85249" y="26098"/>
                      <a:pt x="80117" y="27527"/>
                      <a:pt x="74890" y="29051"/>
                    </a:cubicBezTo>
                    <a:cubicBezTo>
                      <a:pt x="69796" y="30623"/>
                      <a:pt x="64816" y="32537"/>
                      <a:pt x="59969" y="34766"/>
                    </a:cubicBezTo>
                    <a:lnTo>
                      <a:pt x="97984" y="56864"/>
                    </a:lnTo>
                    <a:lnTo>
                      <a:pt x="104922" y="54483"/>
                    </a:lnTo>
                    <a:cubicBezTo>
                      <a:pt x="114426" y="51244"/>
                      <a:pt x="123929" y="48482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643"/>
                      <a:pt x="172399" y="42148"/>
                      <a:pt x="179907" y="43624"/>
                    </a:cubicBezTo>
                    <a:cubicBezTo>
                      <a:pt x="187548" y="45291"/>
                      <a:pt x="194856" y="48187"/>
                      <a:pt x="201575" y="52197"/>
                    </a:cubicBezTo>
                    <a:cubicBezTo>
                      <a:pt x="208237" y="55512"/>
                      <a:pt x="213940" y="60503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280" y="101660"/>
                      <a:pt x="200416" y="106299"/>
                      <a:pt x="194067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68" y="123472"/>
                      <a:pt x="156746" y="128101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141" y="116014"/>
                    </a:lnTo>
                    <a:cubicBezTo>
                      <a:pt x="93517" y="116014"/>
                      <a:pt x="97129" y="116014"/>
                      <a:pt x="101881" y="115252"/>
                    </a:cubicBezTo>
                    <a:cubicBezTo>
                      <a:pt x="106632" y="114490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2905" y="80486"/>
                    </a:lnTo>
                    <a:lnTo>
                      <a:pt x="107773" y="82010"/>
                    </a:lnTo>
                    <a:cubicBezTo>
                      <a:pt x="99143" y="84982"/>
                      <a:pt x="90352" y="87458"/>
                      <a:pt x="81447" y="89440"/>
                    </a:cubicBezTo>
                    <a:cubicBezTo>
                      <a:pt x="74091" y="91192"/>
                      <a:pt x="66574" y="92212"/>
                      <a:pt x="59018" y="92488"/>
                    </a:cubicBezTo>
                    <a:cubicBezTo>
                      <a:pt x="52375" y="92745"/>
                      <a:pt x="45723" y="92097"/>
                      <a:pt x="39251" y="90583"/>
                    </a:cubicBezTo>
                    <a:cubicBezTo>
                      <a:pt x="32845" y="89049"/>
                      <a:pt x="26696" y="86573"/>
                      <a:pt x="21003" y="83248"/>
                    </a:cubicBezTo>
                    <a:cubicBezTo>
                      <a:pt x="14712" y="79953"/>
                      <a:pt x="9257" y="7525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43" y="34442"/>
                      <a:pt x="16670" y="29689"/>
                      <a:pt x="22524" y="25813"/>
                    </a:cubicBezTo>
                    <a:lnTo>
                      <a:pt x="0" y="12763"/>
                    </a:lnTo>
                    <a:lnTo>
                      <a:pt x="13210" y="5143"/>
                    </a:lnTo>
                    <a:lnTo>
                      <a:pt x="35544" y="18002"/>
                    </a:lnTo>
                    <a:cubicBezTo>
                      <a:pt x="45998" y="12811"/>
                      <a:pt x="56994" y="8782"/>
                      <a:pt x="68332" y="6001"/>
                    </a:cubicBezTo>
                    <a:cubicBezTo>
                      <a:pt x="79109" y="3257"/>
                      <a:pt x="90067" y="1248"/>
                      <a:pt x="101120" y="0"/>
                    </a:cubicBezTo>
                    <a:close/>
                    <a:moveTo>
                      <a:pt x="46949" y="62103"/>
                    </a:moveTo>
                    <a:cubicBezTo>
                      <a:pt x="52005" y="64941"/>
                      <a:pt x="57811" y="66170"/>
                      <a:pt x="63580" y="65627"/>
                    </a:cubicBezTo>
                    <a:cubicBezTo>
                      <a:pt x="71316" y="64770"/>
                      <a:pt x="78938" y="63036"/>
                      <a:pt x="86294" y="60484"/>
                    </a:cubicBezTo>
                    <a:lnTo>
                      <a:pt x="50560" y="39814"/>
                    </a:lnTo>
                    <a:cubicBezTo>
                      <a:pt x="37445" y="48320"/>
                      <a:pt x="36238" y="55750"/>
                      <a:pt x="46949" y="62103"/>
                    </a:cubicBezTo>
                    <a:close/>
                    <a:moveTo>
                      <a:pt x="172399" y="72580"/>
                    </a:moveTo>
                    <a:cubicBezTo>
                      <a:pt x="166953" y="69580"/>
                      <a:pt x="160680" y="68437"/>
                      <a:pt x="154532" y="69342"/>
                    </a:cubicBezTo>
                    <a:cubicBezTo>
                      <a:pt x="146083" y="70418"/>
                      <a:pt x="137748" y="72266"/>
                      <a:pt x="129632" y="74866"/>
                    </a:cubicBezTo>
                    <a:lnTo>
                      <a:pt x="165176" y="95440"/>
                    </a:lnTo>
                    <a:cubicBezTo>
                      <a:pt x="180287" y="86296"/>
                      <a:pt x="182758" y="78676"/>
                      <a:pt x="17239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4397;p48">
                <a:extLst>
                  <a:ext uri="{FF2B5EF4-FFF2-40B4-BE49-F238E27FC236}">
                    <a16:creationId xmlns:a16="http://schemas.microsoft.com/office/drawing/2014/main" id="{2420A959-F4BB-7724-6E2D-C473C7861E89}"/>
                  </a:ext>
                </a:extLst>
              </p:cNvPr>
              <p:cNvSpPr/>
              <p:nvPr/>
            </p:nvSpPr>
            <p:spPr>
              <a:xfrm>
                <a:off x="5275158" y="5155977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859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4398;p48">
                <a:extLst>
                  <a:ext uri="{FF2B5EF4-FFF2-40B4-BE49-F238E27FC236}">
                    <a16:creationId xmlns:a16="http://schemas.microsoft.com/office/drawing/2014/main" id="{284C5D50-1F6F-C2D3-F1E5-08C729419717}"/>
                  </a:ext>
                </a:extLst>
              </p:cNvPr>
              <p:cNvSpPr/>
              <p:nvPr/>
            </p:nvSpPr>
            <p:spPr>
              <a:xfrm>
                <a:off x="5370766" y="5164169"/>
                <a:ext cx="31647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763" extrusionOk="0">
                    <a:moveTo>
                      <a:pt x="31648" y="12859"/>
                    </a:moveTo>
                    <a:lnTo>
                      <a:pt x="31648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648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4399;p48">
                <a:extLst>
                  <a:ext uri="{FF2B5EF4-FFF2-40B4-BE49-F238E27FC236}">
                    <a16:creationId xmlns:a16="http://schemas.microsoft.com/office/drawing/2014/main" id="{C1BF08D6-EE70-400A-A56B-9B297EC5E485}"/>
                  </a:ext>
                </a:extLst>
              </p:cNvPr>
              <p:cNvSpPr/>
              <p:nvPr/>
            </p:nvSpPr>
            <p:spPr>
              <a:xfrm>
                <a:off x="5381410" y="5116639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4400;p48">
                <a:extLst>
                  <a:ext uri="{FF2B5EF4-FFF2-40B4-BE49-F238E27FC236}">
                    <a16:creationId xmlns:a16="http://schemas.microsoft.com/office/drawing/2014/main" id="{9570FB20-DB2B-FBFD-6341-B56E275C49A2}"/>
                  </a:ext>
                </a:extLst>
              </p:cNvPr>
              <p:cNvSpPr/>
              <p:nvPr/>
            </p:nvSpPr>
            <p:spPr>
              <a:xfrm>
                <a:off x="5307090" y="5121401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210" y="15907"/>
                      <a:pt x="12545" y="1514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4401;p48">
                <a:extLst>
                  <a:ext uri="{FF2B5EF4-FFF2-40B4-BE49-F238E27FC236}">
                    <a16:creationId xmlns:a16="http://schemas.microsoft.com/office/drawing/2014/main" id="{2F0AD42B-050F-EECE-4FC5-C3ADA9E3D983}"/>
                  </a:ext>
                </a:extLst>
              </p:cNvPr>
              <p:cNvSpPr/>
              <p:nvPr/>
            </p:nvSpPr>
            <p:spPr>
              <a:xfrm>
                <a:off x="5234481" y="5079968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780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479"/>
                      <a:pt x="39346" y="17907"/>
                    </a:cubicBezTo>
                    <a:cubicBezTo>
                      <a:pt x="36029" y="14192"/>
                      <a:pt x="32189" y="10982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4402;p48">
                <a:extLst>
                  <a:ext uri="{FF2B5EF4-FFF2-40B4-BE49-F238E27FC236}">
                    <a16:creationId xmlns:a16="http://schemas.microsoft.com/office/drawing/2014/main" id="{FED297AE-3228-8F42-6FBC-1BF7935F8A22}"/>
                  </a:ext>
                </a:extLst>
              </p:cNvPr>
              <p:cNvSpPr/>
              <p:nvPr/>
            </p:nvSpPr>
            <p:spPr>
              <a:xfrm>
                <a:off x="5275158" y="5056536"/>
                <a:ext cx="20623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623" h="18383" extrusionOk="0">
                    <a:moveTo>
                      <a:pt x="20623" y="18383"/>
                    </a:moveTo>
                    <a:lnTo>
                      <a:pt x="20623" y="5525"/>
                    </a:lnTo>
                    <a:lnTo>
                      <a:pt x="3706" y="0"/>
                    </a:lnTo>
                    <a:lnTo>
                      <a:pt x="0" y="10096"/>
                    </a:lnTo>
                    <a:lnTo>
                      <a:pt x="950" y="14764"/>
                    </a:lnTo>
                    <a:lnTo>
                      <a:pt x="20623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4403;p48">
                <a:extLst>
                  <a:ext uri="{FF2B5EF4-FFF2-40B4-BE49-F238E27FC236}">
                    <a16:creationId xmlns:a16="http://schemas.microsoft.com/office/drawing/2014/main" id="{7A48F900-2AB9-8F00-9294-BBB5A303029E}"/>
                  </a:ext>
                </a:extLst>
              </p:cNvPr>
              <p:cNvSpPr/>
              <p:nvPr/>
            </p:nvSpPr>
            <p:spPr>
              <a:xfrm>
                <a:off x="5183351" y="5052726"/>
                <a:ext cx="19577" cy="14573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573" extrusionOk="0">
                    <a:moveTo>
                      <a:pt x="0" y="12859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573"/>
                    </a:lnTo>
                    <a:lnTo>
                      <a:pt x="0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4404;p48">
                <a:extLst>
                  <a:ext uri="{FF2B5EF4-FFF2-40B4-BE49-F238E27FC236}">
                    <a16:creationId xmlns:a16="http://schemas.microsoft.com/office/drawing/2014/main" id="{F938955E-075C-0833-5697-5E54D758C279}"/>
                  </a:ext>
                </a:extLst>
              </p:cNvPr>
              <p:cNvSpPr/>
              <p:nvPr/>
            </p:nvSpPr>
            <p:spPr>
              <a:xfrm>
                <a:off x="5184016" y="5095875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526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97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4405;p48">
                <a:extLst>
                  <a:ext uri="{FF2B5EF4-FFF2-40B4-BE49-F238E27FC236}">
                    <a16:creationId xmlns:a16="http://schemas.microsoft.com/office/drawing/2014/main" id="{125BC3D0-F99E-3C5B-45EE-3B447CEFB4E6}"/>
                  </a:ext>
                </a:extLst>
              </p:cNvPr>
              <p:cNvSpPr/>
              <p:nvPr/>
            </p:nvSpPr>
            <p:spPr>
              <a:xfrm>
                <a:off x="5183826" y="5039963"/>
                <a:ext cx="221034" cy="138969"/>
              </a:xfrm>
              <a:custGeom>
                <a:avLst/>
                <a:gdLst/>
                <a:ahLst/>
                <a:cxnLst/>
                <a:rect l="l" t="t" r="r" b="b"/>
                <a:pathLst>
                  <a:path w="221034" h="138969" extrusionOk="0">
                    <a:moveTo>
                      <a:pt x="111955" y="22098"/>
                    </a:moveTo>
                    <a:cubicBezTo>
                      <a:pt x="109027" y="22050"/>
                      <a:pt x="106100" y="22279"/>
                      <a:pt x="103211" y="22765"/>
                    </a:cubicBezTo>
                    <a:cubicBezTo>
                      <a:pt x="99315" y="23336"/>
                      <a:pt x="94943" y="24098"/>
                      <a:pt x="90096" y="25146"/>
                    </a:cubicBezTo>
                    <a:cubicBezTo>
                      <a:pt x="85249" y="26194"/>
                      <a:pt x="80117" y="27432"/>
                      <a:pt x="74890" y="29051"/>
                    </a:cubicBezTo>
                    <a:cubicBezTo>
                      <a:pt x="69786" y="30547"/>
                      <a:pt x="64797" y="32433"/>
                      <a:pt x="59969" y="34671"/>
                    </a:cubicBezTo>
                    <a:lnTo>
                      <a:pt x="97984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387"/>
                      <a:pt x="132388" y="46196"/>
                    </a:cubicBezTo>
                    <a:cubicBezTo>
                      <a:pt x="140466" y="44005"/>
                      <a:pt x="148744" y="42634"/>
                      <a:pt x="157098" y="42100"/>
                    </a:cubicBezTo>
                    <a:cubicBezTo>
                      <a:pt x="164739" y="41596"/>
                      <a:pt x="172408" y="42100"/>
                      <a:pt x="179907" y="43624"/>
                    </a:cubicBezTo>
                    <a:cubicBezTo>
                      <a:pt x="187548" y="45215"/>
                      <a:pt x="194875" y="48082"/>
                      <a:pt x="201575" y="52102"/>
                    </a:cubicBezTo>
                    <a:cubicBezTo>
                      <a:pt x="208218" y="55454"/>
                      <a:pt x="213911" y="60427"/>
                      <a:pt x="218112" y="66580"/>
                    </a:cubicBezTo>
                    <a:cubicBezTo>
                      <a:pt x="220858" y="71047"/>
                      <a:pt x="221714" y="76428"/>
                      <a:pt x="220488" y="81534"/>
                    </a:cubicBezTo>
                    <a:cubicBezTo>
                      <a:pt x="218901" y="87173"/>
                      <a:pt x="215812" y="92278"/>
                      <a:pt x="211554" y="96298"/>
                    </a:cubicBezTo>
                    <a:cubicBezTo>
                      <a:pt x="206280" y="101565"/>
                      <a:pt x="200416" y="106204"/>
                      <a:pt x="194067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634"/>
                    </a:lnTo>
                    <a:cubicBezTo>
                      <a:pt x="168977" y="123425"/>
                      <a:pt x="156755" y="128045"/>
                      <a:pt x="144172" y="131445"/>
                    </a:cubicBezTo>
                    <a:cubicBezTo>
                      <a:pt x="131019" y="135131"/>
                      <a:pt x="117562" y="137655"/>
                      <a:pt x="103971" y="138970"/>
                    </a:cubicBezTo>
                    <a:lnTo>
                      <a:pt x="91141" y="116014"/>
                    </a:lnTo>
                    <a:cubicBezTo>
                      <a:pt x="94734" y="115929"/>
                      <a:pt x="98317" y="115633"/>
                      <a:pt x="101881" y="115157"/>
                    </a:cubicBezTo>
                    <a:cubicBezTo>
                      <a:pt x="107279" y="114519"/>
                      <a:pt x="112639" y="113595"/>
                      <a:pt x="117942" y="112395"/>
                    </a:cubicBezTo>
                    <a:cubicBezTo>
                      <a:pt x="123834" y="111157"/>
                      <a:pt x="130012" y="109538"/>
                      <a:pt x="136949" y="107632"/>
                    </a:cubicBezTo>
                    <a:cubicBezTo>
                      <a:pt x="143441" y="105775"/>
                      <a:pt x="149799" y="103451"/>
                      <a:pt x="155957" y="100679"/>
                    </a:cubicBezTo>
                    <a:lnTo>
                      <a:pt x="117942" y="78677"/>
                    </a:lnTo>
                    <a:lnTo>
                      <a:pt x="112905" y="80391"/>
                    </a:ln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2" y="91164"/>
                      <a:pt x="66574" y="92154"/>
                      <a:pt x="59018" y="92392"/>
                    </a:cubicBezTo>
                    <a:cubicBezTo>
                      <a:pt x="52375" y="92631"/>
                      <a:pt x="45732" y="92021"/>
                      <a:pt x="39251" y="90583"/>
                    </a:cubicBezTo>
                    <a:cubicBezTo>
                      <a:pt x="32826" y="89049"/>
                      <a:pt x="26668" y="86544"/>
                      <a:pt x="21003" y="83153"/>
                    </a:cubicBezTo>
                    <a:cubicBezTo>
                      <a:pt x="14712" y="79848"/>
                      <a:pt x="9257" y="75162"/>
                      <a:pt x="5037" y="69437"/>
                    </a:cubicBezTo>
                    <a:cubicBezTo>
                      <a:pt x="1958" y="65151"/>
                      <a:pt x="447" y="59941"/>
                      <a:pt x="760" y="54673"/>
                    </a:cubicBezTo>
                    <a:cubicBezTo>
                      <a:pt x="1350" y="49216"/>
                      <a:pt x="3535" y="44044"/>
                      <a:pt x="7033" y="39814"/>
                    </a:cubicBezTo>
                    <a:cubicBezTo>
                      <a:pt x="11424" y="34357"/>
                      <a:pt x="16651" y="29623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00" y="3143"/>
                      <a:pt x="90067" y="117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95" y="65075"/>
                      <a:pt x="57802" y="66332"/>
                      <a:pt x="63580" y="65818"/>
                    </a:cubicBezTo>
                    <a:cubicBezTo>
                      <a:pt x="71307" y="64865"/>
                      <a:pt x="78910" y="63141"/>
                      <a:pt x="86294" y="60674"/>
                    </a:cubicBezTo>
                    <a:lnTo>
                      <a:pt x="50560" y="39910"/>
                    </a:lnTo>
                    <a:cubicBezTo>
                      <a:pt x="37445" y="48606"/>
                      <a:pt x="36238" y="56036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953" y="69675"/>
                      <a:pt x="160680" y="68532"/>
                      <a:pt x="154532" y="69437"/>
                    </a:cubicBezTo>
                    <a:cubicBezTo>
                      <a:pt x="146092" y="70561"/>
                      <a:pt x="137757" y="72409"/>
                      <a:pt x="129632" y="74962"/>
                    </a:cubicBezTo>
                    <a:lnTo>
                      <a:pt x="165176" y="95536"/>
                    </a:lnTo>
                    <a:cubicBezTo>
                      <a:pt x="180287" y="86296"/>
                      <a:pt x="182758" y="78677"/>
                      <a:pt x="172399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" name="Google Shape;4406;p48">
              <a:extLst>
                <a:ext uri="{FF2B5EF4-FFF2-40B4-BE49-F238E27FC236}">
                  <a16:creationId xmlns:a16="http://schemas.microsoft.com/office/drawing/2014/main" id="{430F39D9-AC3D-BF15-A7F1-19B4F2DFFB94}"/>
                </a:ext>
              </a:extLst>
            </p:cNvPr>
            <p:cNvGrpSpPr/>
            <p:nvPr/>
          </p:nvGrpSpPr>
          <p:grpSpPr>
            <a:xfrm>
              <a:off x="3213031" y="4002823"/>
              <a:ext cx="664504" cy="467011"/>
              <a:chOff x="4994131" y="4819173"/>
              <a:chExt cx="664504" cy="467011"/>
            </a:xfrm>
          </p:grpSpPr>
          <p:sp>
            <p:nvSpPr>
              <p:cNvPr id="514" name="Google Shape;4407;p48">
                <a:extLst>
                  <a:ext uri="{FF2B5EF4-FFF2-40B4-BE49-F238E27FC236}">
                    <a16:creationId xmlns:a16="http://schemas.microsoft.com/office/drawing/2014/main" id="{E41AF91D-01D4-A7FD-5C55-8C6F029274DB}"/>
                  </a:ext>
                </a:extLst>
              </p:cNvPr>
              <p:cNvSpPr/>
              <p:nvPr/>
            </p:nvSpPr>
            <p:spPr>
              <a:xfrm>
                <a:off x="4994131" y="4901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4408;p48">
                <a:extLst>
                  <a:ext uri="{FF2B5EF4-FFF2-40B4-BE49-F238E27FC236}">
                    <a16:creationId xmlns:a16="http://schemas.microsoft.com/office/drawing/2014/main" id="{175464AE-6347-3A62-EB28-3205001BBE0E}"/>
                  </a:ext>
                </a:extLst>
              </p:cNvPr>
              <p:cNvSpPr/>
              <p:nvPr/>
            </p:nvSpPr>
            <p:spPr>
              <a:xfrm>
                <a:off x="4994226" y="5009197"/>
                <a:ext cx="65576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576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576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4409;p48">
                <a:extLst>
                  <a:ext uri="{FF2B5EF4-FFF2-40B4-BE49-F238E27FC236}">
                    <a16:creationId xmlns:a16="http://schemas.microsoft.com/office/drawing/2014/main" id="{67B095C9-A059-AD9E-708B-04867EE8AF61}"/>
                  </a:ext>
                </a:extLst>
              </p:cNvPr>
              <p:cNvSpPr/>
              <p:nvPr/>
            </p:nvSpPr>
            <p:spPr>
              <a:xfrm>
                <a:off x="5608645" y="5011483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4410;p48">
                <a:extLst>
                  <a:ext uri="{FF2B5EF4-FFF2-40B4-BE49-F238E27FC236}">
                    <a16:creationId xmlns:a16="http://schemas.microsoft.com/office/drawing/2014/main" id="{A25EDA38-4A01-C60F-209B-E99B663ED37E}"/>
                  </a:ext>
                </a:extLst>
              </p:cNvPr>
              <p:cNvSpPr/>
              <p:nvPr/>
            </p:nvSpPr>
            <p:spPr>
              <a:xfrm>
                <a:off x="4994131" y="4819173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4411;p48">
                <a:extLst>
                  <a:ext uri="{FF2B5EF4-FFF2-40B4-BE49-F238E27FC236}">
                    <a16:creationId xmlns:a16="http://schemas.microsoft.com/office/drawing/2014/main" id="{952936D8-8D94-DCBF-E2EA-5EC3BB84F18C}"/>
                  </a:ext>
                </a:extLst>
              </p:cNvPr>
              <p:cNvSpPr/>
              <p:nvPr/>
            </p:nvSpPr>
            <p:spPr>
              <a:xfrm>
                <a:off x="5088612" y="4871585"/>
                <a:ext cx="475616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16" h="275248" extrusionOk="0">
                    <a:moveTo>
                      <a:pt x="475175" y="145899"/>
                    </a:moveTo>
                    <a:cubicBezTo>
                      <a:pt x="471849" y="178284"/>
                      <a:pt x="448849" y="210193"/>
                      <a:pt x="405987" y="234958"/>
                    </a:cubicBezTo>
                    <a:cubicBezTo>
                      <a:pt x="313040" y="288679"/>
                      <a:pt x="162500" y="288679"/>
                      <a:pt x="69553" y="234958"/>
                    </a:cubicBezTo>
                    <a:cubicBezTo>
                      <a:pt x="26691" y="210193"/>
                      <a:pt x="3692" y="178284"/>
                      <a:pt x="461" y="145899"/>
                    </a:cubicBezTo>
                    <a:cubicBezTo>
                      <a:pt x="-3626" y="107799"/>
                      <a:pt x="19468" y="69699"/>
                      <a:pt x="69553" y="40362"/>
                    </a:cubicBezTo>
                    <a:cubicBezTo>
                      <a:pt x="162500" y="-13454"/>
                      <a:pt x="313040" y="-13454"/>
                      <a:pt x="405987" y="40362"/>
                    </a:cubicBezTo>
                    <a:cubicBezTo>
                      <a:pt x="456072" y="69223"/>
                      <a:pt x="479167" y="107990"/>
                      <a:pt x="475175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4412;p48">
                <a:extLst>
                  <a:ext uri="{FF2B5EF4-FFF2-40B4-BE49-F238E27FC236}">
                    <a16:creationId xmlns:a16="http://schemas.microsoft.com/office/drawing/2014/main" id="{AC9D7AFE-00C0-E4F3-2FA8-34A7483C1310}"/>
                  </a:ext>
                </a:extLst>
              </p:cNvPr>
              <p:cNvSpPr/>
              <p:nvPr/>
            </p:nvSpPr>
            <p:spPr>
              <a:xfrm>
                <a:off x="5089073" y="4888063"/>
                <a:ext cx="474714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714" h="258770" extrusionOk="0">
                    <a:moveTo>
                      <a:pt x="474714" y="129421"/>
                    </a:moveTo>
                    <a:cubicBezTo>
                      <a:pt x="471388" y="161806"/>
                      <a:pt x="448389" y="193715"/>
                      <a:pt x="405527" y="218480"/>
                    </a:cubicBezTo>
                    <a:cubicBezTo>
                      <a:pt x="312580" y="272201"/>
                      <a:pt x="162040" y="272201"/>
                      <a:pt x="69092" y="218480"/>
                    </a:cubicBezTo>
                    <a:cubicBezTo>
                      <a:pt x="26230" y="193715"/>
                      <a:pt x="3231" y="161806"/>
                      <a:pt x="0" y="129421"/>
                    </a:cubicBezTo>
                    <a:cubicBezTo>
                      <a:pt x="3231" y="97036"/>
                      <a:pt x="26230" y="65127"/>
                      <a:pt x="69092" y="40362"/>
                    </a:cubicBezTo>
                    <a:cubicBezTo>
                      <a:pt x="162040" y="-13454"/>
                      <a:pt x="312580" y="-13454"/>
                      <a:pt x="405527" y="40362"/>
                    </a:cubicBezTo>
                    <a:cubicBezTo>
                      <a:pt x="448389" y="64937"/>
                      <a:pt x="471388" y="97036"/>
                      <a:pt x="474714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4413;p48">
                <a:extLst>
                  <a:ext uri="{FF2B5EF4-FFF2-40B4-BE49-F238E27FC236}">
                    <a16:creationId xmlns:a16="http://schemas.microsoft.com/office/drawing/2014/main" id="{35D58EE3-B4C9-C3E5-E4B5-BDE1DD698FBF}"/>
                  </a:ext>
                </a:extLst>
              </p:cNvPr>
              <p:cNvSpPr/>
              <p:nvPr/>
            </p:nvSpPr>
            <p:spPr>
              <a:xfrm>
                <a:off x="5211197" y="4950333"/>
                <a:ext cx="220817" cy="138588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8588" extrusionOk="0">
                    <a:moveTo>
                      <a:pt x="111669" y="21717"/>
                    </a:moveTo>
                    <a:cubicBezTo>
                      <a:pt x="108742" y="21679"/>
                      <a:pt x="105815" y="21898"/>
                      <a:pt x="102926" y="22384"/>
                    </a:cubicBezTo>
                    <a:cubicBezTo>
                      <a:pt x="99030" y="22955"/>
                      <a:pt x="94658" y="23717"/>
                      <a:pt x="89811" y="24765"/>
                    </a:cubicBezTo>
                    <a:cubicBezTo>
                      <a:pt x="84964" y="25813"/>
                      <a:pt x="80307" y="27051"/>
                      <a:pt x="74700" y="28670"/>
                    </a:cubicBezTo>
                    <a:cubicBezTo>
                      <a:pt x="69596" y="30204"/>
                      <a:pt x="64607" y="32109"/>
                      <a:pt x="59779" y="34385"/>
                    </a:cubicBezTo>
                    <a:lnTo>
                      <a:pt x="97794" y="56483"/>
                    </a:lnTo>
                    <a:lnTo>
                      <a:pt x="104637" y="54007"/>
                    </a:lnTo>
                    <a:cubicBezTo>
                      <a:pt x="114141" y="50768"/>
                      <a:pt x="123644" y="48006"/>
                      <a:pt x="132198" y="45815"/>
                    </a:cubicBezTo>
                    <a:cubicBezTo>
                      <a:pt x="140276" y="43624"/>
                      <a:pt x="148554" y="42253"/>
                      <a:pt x="156908" y="41720"/>
                    </a:cubicBezTo>
                    <a:cubicBezTo>
                      <a:pt x="164511" y="41215"/>
                      <a:pt x="172152" y="41720"/>
                      <a:pt x="179622" y="43244"/>
                    </a:cubicBezTo>
                    <a:cubicBezTo>
                      <a:pt x="187282" y="44872"/>
                      <a:pt x="194638" y="47739"/>
                      <a:pt x="201385" y="51721"/>
                    </a:cubicBezTo>
                    <a:cubicBezTo>
                      <a:pt x="208009" y="55064"/>
                      <a:pt x="213664" y="60045"/>
                      <a:pt x="217827" y="66199"/>
                    </a:cubicBezTo>
                    <a:cubicBezTo>
                      <a:pt x="220602" y="70656"/>
                      <a:pt x="221495" y="76038"/>
                      <a:pt x="220298" y="81153"/>
                    </a:cubicBezTo>
                    <a:cubicBezTo>
                      <a:pt x="218673" y="86773"/>
                      <a:pt x="215584" y="91869"/>
                      <a:pt x="211364" y="95917"/>
                    </a:cubicBezTo>
                    <a:cubicBezTo>
                      <a:pt x="206118" y="101213"/>
                      <a:pt x="200245" y="105851"/>
                      <a:pt x="193877" y="109728"/>
                    </a:cubicBezTo>
                    <a:lnTo>
                      <a:pt x="218207" y="123825"/>
                    </a:lnTo>
                    <a:lnTo>
                      <a:pt x="204902" y="131445"/>
                    </a:lnTo>
                    <a:lnTo>
                      <a:pt x="180382" y="117253"/>
                    </a:lnTo>
                    <a:cubicBezTo>
                      <a:pt x="168730" y="123044"/>
                      <a:pt x="156537" y="127663"/>
                      <a:pt x="143982" y="131064"/>
                    </a:cubicBezTo>
                    <a:cubicBezTo>
                      <a:pt x="130829" y="134731"/>
                      <a:pt x="117372" y="137255"/>
                      <a:pt x="103781" y="138589"/>
                    </a:cubicBezTo>
                    <a:lnTo>
                      <a:pt x="91236" y="116014"/>
                    </a:lnTo>
                    <a:cubicBezTo>
                      <a:pt x="94829" y="115919"/>
                      <a:pt x="98412" y="115633"/>
                      <a:pt x="101976" y="115157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107" y="109538"/>
                      <a:pt x="136950" y="107632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lnTo>
                      <a:pt x="113000" y="80391"/>
                    </a:ln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1" y="92678"/>
                      <a:pt x="45827" y="9206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69" y="79848"/>
                      <a:pt x="9352" y="75200"/>
                      <a:pt x="5132" y="69532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78" y="49263"/>
                      <a:pt x="3573" y="44044"/>
                      <a:pt x="7128" y="39814"/>
                    </a:cubicBezTo>
                    <a:cubicBezTo>
                      <a:pt x="11481" y="34357"/>
                      <a:pt x="16679" y="29623"/>
                      <a:pt x="22524" y="25813"/>
                    </a:cubicBezTo>
                    <a:lnTo>
                      <a:pt x="0" y="12763"/>
                    </a:lnTo>
                    <a:lnTo>
                      <a:pt x="13305" y="5048"/>
                    </a:lnTo>
                    <a:lnTo>
                      <a:pt x="35639" y="18002"/>
                    </a:lnTo>
                    <a:cubicBezTo>
                      <a:pt x="46093" y="12783"/>
                      <a:pt x="57089" y="8725"/>
                      <a:pt x="68427" y="5905"/>
                    </a:cubicBezTo>
                    <a:cubicBezTo>
                      <a:pt x="79195" y="3143"/>
                      <a:pt x="90162" y="1171"/>
                      <a:pt x="101215" y="0"/>
                    </a:cubicBezTo>
                    <a:close/>
                    <a:moveTo>
                      <a:pt x="46759" y="61817"/>
                    </a:moveTo>
                    <a:cubicBezTo>
                      <a:pt x="51758" y="64732"/>
                      <a:pt x="57546" y="65999"/>
                      <a:pt x="63295" y="65437"/>
                    </a:cubicBezTo>
                    <a:cubicBezTo>
                      <a:pt x="71050" y="64494"/>
                      <a:pt x="78691" y="62770"/>
                      <a:pt x="86104" y="60293"/>
                    </a:cubicBezTo>
                    <a:lnTo>
                      <a:pt x="50275" y="39624"/>
                    </a:lnTo>
                    <a:cubicBezTo>
                      <a:pt x="37160" y="48454"/>
                      <a:pt x="35991" y="55978"/>
                      <a:pt x="46759" y="62198"/>
                    </a:cubicBezTo>
                    <a:close/>
                    <a:moveTo>
                      <a:pt x="172209" y="72295"/>
                    </a:moveTo>
                    <a:cubicBezTo>
                      <a:pt x="166753" y="69323"/>
                      <a:pt x="160481" y="68218"/>
                      <a:pt x="154342" y="69152"/>
                    </a:cubicBezTo>
                    <a:cubicBezTo>
                      <a:pt x="145874" y="70237"/>
                      <a:pt x="137510" y="72057"/>
                      <a:pt x="129347" y="74581"/>
                    </a:cubicBezTo>
                    <a:lnTo>
                      <a:pt x="164891" y="95155"/>
                    </a:lnTo>
                    <a:cubicBezTo>
                      <a:pt x="180097" y="86296"/>
                      <a:pt x="182473" y="78867"/>
                      <a:pt x="17220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4414;p48">
                <a:extLst>
                  <a:ext uri="{FF2B5EF4-FFF2-40B4-BE49-F238E27FC236}">
                    <a16:creationId xmlns:a16="http://schemas.microsoft.com/office/drawing/2014/main" id="{5B989A95-1BE6-D9AB-9CFD-1BA5EEC85026}"/>
                  </a:ext>
                </a:extLst>
              </p:cNvPr>
              <p:cNvSpPr/>
              <p:nvPr/>
            </p:nvSpPr>
            <p:spPr>
              <a:xfrm>
                <a:off x="5302433" y="5053393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4415;p48">
                <a:extLst>
                  <a:ext uri="{FF2B5EF4-FFF2-40B4-BE49-F238E27FC236}">
                    <a16:creationId xmlns:a16="http://schemas.microsoft.com/office/drawing/2014/main" id="{5653CBD6-B994-5CCD-6B8F-86EE15DA8AC0}"/>
                  </a:ext>
                </a:extLst>
              </p:cNvPr>
              <p:cNvSpPr/>
              <p:nvPr/>
            </p:nvSpPr>
            <p:spPr>
              <a:xfrm>
                <a:off x="5397946" y="5061584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4416;p48">
                <a:extLst>
                  <a:ext uri="{FF2B5EF4-FFF2-40B4-BE49-F238E27FC236}">
                    <a16:creationId xmlns:a16="http://schemas.microsoft.com/office/drawing/2014/main" id="{940B8F47-A660-6DD2-273E-2E2D1EAE8F7B}"/>
                  </a:ext>
                </a:extLst>
              </p:cNvPr>
              <p:cNvSpPr/>
              <p:nvPr/>
            </p:nvSpPr>
            <p:spPr>
              <a:xfrm>
                <a:off x="5408591" y="501405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4417;p48">
                <a:extLst>
                  <a:ext uri="{FF2B5EF4-FFF2-40B4-BE49-F238E27FC236}">
                    <a16:creationId xmlns:a16="http://schemas.microsoft.com/office/drawing/2014/main" id="{B1451017-1450-5310-F3D5-7982E2E4D9FB}"/>
                  </a:ext>
                </a:extLst>
              </p:cNvPr>
              <p:cNvSpPr/>
              <p:nvPr/>
            </p:nvSpPr>
            <p:spPr>
              <a:xfrm>
                <a:off x="5334271" y="501891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8" y="24670"/>
                    </a:lnTo>
                    <a:cubicBezTo>
                      <a:pt x="33928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4418;p48">
                <a:extLst>
                  <a:ext uri="{FF2B5EF4-FFF2-40B4-BE49-F238E27FC236}">
                    <a16:creationId xmlns:a16="http://schemas.microsoft.com/office/drawing/2014/main" id="{E8770EA2-1105-1F18-29EB-0A64CAB6CBA3}"/>
                  </a:ext>
                </a:extLst>
              </p:cNvPr>
              <p:cNvSpPr/>
              <p:nvPr/>
            </p:nvSpPr>
            <p:spPr>
              <a:xfrm>
                <a:off x="5261567" y="4977479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875" y="29146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793" y="0"/>
                      <a:pt x="7793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4419;p48">
                <a:extLst>
                  <a:ext uri="{FF2B5EF4-FFF2-40B4-BE49-F238E27FC236}">
                    <a16:creationId xmlns:a16="http://schemas.microsoft.com/office/drawing/2014/main" id="{439C2014-F523-37DD-07A9-B99003653BBE}"/>
                  </a:ext>
                </a:extLst>
              </p:cNvPr>
              <p:cNvSpPr/>
              <p:nvPr/>
            </p:nvSpPr>
            <p:spPr>
              <a:xfrm>
                <a:off x="5302338" y="4953952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4420;p48">
                <a:extLst>
                  <a:ext uri="{FF2B5EF4-FFF2-40B4-BE49-F238E27FC236}">
                    <a16:creationId xmlns:a16="http://schemas.microsoft.com/office/drawing/2014/main" id="{D7E9FDD7-BDEE-AE1B-2B84-D5926D3EA5C4}"/>
                  </a:ext>
                </a:extLst>
              </p:cNvPr>
              <p:cNvSpPr/>
              <p:nvPr/>
            </p:nvSpPr>
            <p:spPr>
              <a:xfrm>
                <a:off x="5210437" y="4950142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4421;p48">
                <a:extLst>
                  <a:ext uri="{FF2B5EF4-FFF2-40B4-BE49-F238E27FC236}">
                    <a16:creationId xmlns:a16="http://schemas.microsoft.com/office/drawing/2014/main" id="{757532CA-8FCA-6D83-1E25-46013C45C0C8}"/>
                  </a:ext>
                </a:extLst>
              </p:cNvPr>
              <p:cNvSpPr/>
              <p:nvPr/>
            </p:nvSpPr>
            <p:spPr>
              <a:xfrm>
                <a:off x="5211197" y="4993481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4422;p48">
                <a:extLst>
                  <a:ext uri="{FF2B5EF4-FFF2-40B4-BE49-F238E27FC236}">
                    <a16:creationId xmlns:a16="http://schemas.microsoft.com/office/drawing/2014/main" id="{11FFC4E5-69E5-3FDF-E3A8-DA932F235130}"/>
                  </a:ext>
                </a:extLst>
              </p:cNvPr>
              <p:cNvSpPr/>
              <p:nvPr/>
            </p:nvSpPr>
            <p:spPr>
              <a:xfrm>
                <a:off x="5211197" y="4937378"/>
                <a:ext cx="22081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817" h="139065" extrusionOk="0">
                    <a:moveTo>
                      <a:pt x="111669" y="22098"/>
                    </a:moveTo>
                    <a:cubicBezTo>
                      <a:pt x="108742" y="22098"/>
                      <a:pt x="105815" y="22355"/>
                      <a:pt x="102926" y="22860"/>
                    </a:cubicBezTo>
                    <a:cubicBezTo>
                      <a:pt x="99030" y="23336"/>
                      <a:pt x="94658" y="24194"/>
                      <a:pt x="89811" y="25146"/>
                    </a:cubicBezTo>
                    <a:cubicBezTo>
                      <a:pt x="84964" y="26099"/>
                      <a:pt x="80307" y="27527"/>
                      <a:pt x="74700" y="29051"/>
                    </a:cubicBezTo>
                    <a:cubicBezTo>
                      <a:pt x="69606" y="30623"/>
                      <a:pt x="64626" y="32538"/>
                      <a:pt x="59779" y="34766"/>
                    </a:cubicBezTo>
                    <a:lnTo>
                      <a:pt x="97794" y="56864"/>
                    </a:lnTo>
                    <a:lnTo>
                      <a:pt x="104637" y="54483"/>
                    </a:lnTo>
                    <a:cubicBezTo>
                      <a:pt x="114141" y="51245"/>
                      <a:pt x="123644" y="48483"/>
                      <a:pt x="132198" y="46196"/>
                    </a:cubicBezTo>
                    <a:cubicBezTo>
                      <a:pt x="140276" y="44006"/>
                      <a:pt x="148554" y="42634"/>
                      <a:pt x="156908" y="42101"/>
                    </a:cubicBezTo>
                    <a:cubicBezTo>
                      <a:pt x="164511" y="41643"/>
                      <a:pt x="172142" y="42148"/>
                      <a:pt x="179622" y="43625"/>
                    </a:cubicBezTo>
                    <a:cubicBezTo>
                      <a:pt x="187291" y="45291"/>
                      <a:pt x="194638" y="48187"/>
                      <a:pt x="201385" y="52197"/>
                    </a:cubicBezTo>
                    <a:cubicBezTo>
                      <a:pt x="208028" y="55512"/>
                      <a:pt x="213693" y="60503"/>
                      <a:pt x="217827" y="66675"/>
                    </a:cubicBezTo>
                    <a:cubicBezTo>
                      <a:pt x="220602" y="71133"/>
                      <a:pt x="221495" y="76515"/>
                      <a:pt x="220298" y="81629"/>
                    </a:cubicBezTo>
                    <a:cubicBezTo>
                      <a:pt x="218644" y="87249"/>
                      <a:pt x="215574" y="92335"/>
                      <a:pt x="211364" y="96393"/>
                    </a:cubicBezTo>
                    <a:cubicBezTo>
                      <a:pt x="206090" y="101660"/>
                      <a:pt x="200226" y="106299"/>
                      <a:pt x="193877" y="110204"/>
                    </a:cubicBezTo>
                    <a:lnTo>
                      <a:pt x="218207" y="124206"/>
                    </a:lnTo>
                    <a:lnTo>
                      <a:pt x="204902" y="131921"/>
                    </a:lnTo>
                    <a:lnTo>
                      <a:pt x="180382" y="117729"/>
                    </a:lnTo>
                    <a:cubicBezTo>
                      <a:pt x="168711" y="123473"/>
                      <a:pt x="156527" y="128102"/>
                      <a:pt x="143982" y="131541"/>
                    </a:cubicBezTo>
                    <a:cubicBezTo>
                      <a:pt x="130810" y="135169"/>
                      <a:pt x="117372" y="137684"/>
                      <a:pt x="103781" y="139065"/>
                    </a:cubicBezTo>
                    <a:lnTo>
                      <a:pt x="91236" y="116015"/>
                    </a:lnTo>
                    <a:cubicBezTo>
                      <a:pt x="93612" y="116015"/>
                      <a:pt x="97129" y="116015"/>
                      <a:pt x="101976" y="115253"/>
                    </a:cubicBezTo>
                    <a:cubicBezTo>
                      <a:pt x="106823" y="114491"/>
                      <a:pt x="112050" y="113729"/>
                      <a:pt x="117942" y="112491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6"/>
                    </a:lnTo>
                    <a:cubicBezTo>
                      <a:pt x="99163" y="85011"/>
                      <a:pt x="90410" y="87468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1" y="92745"/>
                      <a:pt x="45818" y="92107"/>
                      <a:pt x="39346" y="90583"/>
                    </a:cubicBezTo>
                    <a:cubicBezTo>
                      <a:pt x="32912" y="89030"/>
                      <a:pt x="26734" y="86563"/>
                      <a:pt x="21003" y="83249"/>
                    </a:cubicBezTo>
                    <a:cubicBezTo>
                      <a:pt x="14759" y="79915"/>
                      <a:pt x="9342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97" y="49292"/>
                      <a:pt x="3592" y="44110"/>
                      <a:pt x="7128" y="39910"/>
                    </a:cubicBezTo>
                    <a:cubicBezTo>
                      <a:pt x="11500" y="34443"/>
                      <a:pt x="16698" y="29689"/>
                      <a:pt x="22524" y="25813"/>
                    </a:cubicBezTo>
                    <a:lnTo>
                      <a:pt x="0" y="12764"/>
                    </a:lnTo>
                    <a:lnTo>
                      <a:pt x="13305" y="5144"/>
                    </a:lnTo>
                    <a:lnTo>
                      <a:pt x="35639" y="18002"/>
                    </a:lnTo>
                    <a:cubicBezTo>
                      <a:pt x="46093" y="12811"/>
                      <a:pt x="57089" y="8782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6759" y="62294"/>
                    </a:moveTo>
                    <a:cubicBezTo>
                      <a:pt x="51786" y="65113"/>
                      <a:pt x="57555" y="66342"/>
                      <a:pt x="63295" y="65818"/>
                    </a:cubicBezTo>
                    <a:cubicBezTo>
                      <a:pt x="71069" y="64970"/>
                      <a:pt x="78720" y="63246"/>
                      <a:pt x="86104" y="60674"/>
                    </a:cubicBezTo>
                    <a:lnTo>
                      <a:pt x="50275" y="40005"/>
                    </a:lnTo>
                    <a:cubicBezTo>
                      <a:pt x="37160" y="48578"/>
                      <a:pt x="35991" y="56007"/>
                      <a:pt x="46759" y="62294"/>
                    </a:cubicBezTo>
                    <a:close/>
                    <a:moveTo>
                      <a:pt x="172209" y="72771"/>
                    </a:moveTo>
                    <a:cubicBezTo>
                      <a:pt x="166763" y="69771"/>
                      <a:pt x="160491" y="68628"/>
                      <a:pt x="154342" y="69533"/>
                    </a:cubicBezTo>
                    <a:cubicBezTo>
                      <a:pt x="145864" y="70609"/>
                      <a:pt x="137491" y="72457"/>
                      <a:pt x="129347" y="75057"/>
                    </a:cubicBezTo>
                    <a:lnTo>
                      <a:pt x="164891" y="95631"/>
                    </a:lnTo>
                    <a:cubicBezTo>
                      <a:pt x="180097" y="86297"/>
                      <a:pt x="182473" y="78677"/>
                      <a:pt x="17220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4423;p48">
              <a:extLst>
                <a:ext uri="{FF2B5EF4-FFF2-40B4-BE49-F238E27FC236}">
                  <a16:creationId xmlns:a16="http://schemas.microsoft.com/office/drawing/2014/main" id="{6E9D80F8-882B-A2A3-F7C1-0975937360E1}"/>
                </a:ext>
              </a:extLst>
            </p:cNvPr>
            <p:cNvGrpSpPr/>
            <p:nvPr/>
          </p:nvGrpSpPr>
          <p:grpSpPr>
            <a:xfrm>
              <a:off x="3192597" y="3904144"/>
              <a:ext cx="664599" cy="467011"/>
              <a:chOff x="4973697" y="4720494"/>
              <a:chExt cx="664599" cy="467011"/>
            </a:xfrm>
          </p:grpSpPr>
          <p:sp>
            <p:nvSpPr>
              <p:cNvPr id="498" name="Google Shape;4424;p48">
                <a:extLst>
                  <a:ext uri="{FF2B5EF4-FFF2-40B4-BE49-F238E27FC236}">
                    <a16:creationId xmlns:a16="http://schemas.microsoft.com/office/drawing/2014/main" id="{A3B8F4F3-789E-D150-468A-BBDB290C5AC1}"/>
                  </a:ext>
                </a:extLst>
              </p:cNvPr>
              <p:cNvSpPr/>
              <p:nvPr/>
            </p:nvSpPr>
            <p:spPr>
              <a:xfrm>
                <a:off x="4973697" y="480288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425;p48">
                <a:extLst>
                  <a:ext uri="{FF2B5EF4-FFF2-40B4-BE49-F238E27FC236}">
                    <a16:creationId xmlns:a16="http://schemas.microsoft.com/office/drawing/2014/main" id="{272CAC51-F9DB-9440-8490-42B502C4D196}"/>
                  </a:ext>
                </a:extLst>
              </p:cNvPr>
              <p:cNvSpPr/>
              <p:nvPr/>
            </p:nvSpPr>
            <p:spPr>
              <a:xfrm>
                <a:off x="4973792" y="491051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4426;p48">
                <a:extLst>
                  <a:ext uri="{FF2B5EF4-FFF2-40B4-BE49-F238E27FC236}">
                    <a16:creationId xmlns:a16="http://schemas.microsoft.com/office/drawing/2014/main" id="{D4F3063B-2BC6-43E6-2EF2-4316C31D3C0E}"/>
                  </a:ext>
                </a:extLst>
              </p:cNvPr>
              <p:cNvSpPr/>
              <p:nvPr/>
            </p:nvSpPr>
            <p:spPr>
              <a:xfrm>
                <a:off x="5588212" y="4912804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536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4427;p48">
                <a:extLst>
                  <a:ext uri="{FF2B5EF4-FFF2-40B4-BE49-F238E27FC236}">
                    <a16:creationId xmlns:a16="http://schemas.microsoft.com/office/drawing/2014/main" id="{4B78B321-1A77-ACDE-012B-2BBC041EE3A5}"/>
                  </a:ext>
                </a:extLst>
              </p:cNvPr>
              <p:cNvSpPr/>
              <p:nvPr/>
            </p:nvSpPr>
            <p:spPr>
              <a:xfrm>
                <a:off x="4973697" y="472049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4428;p48">
                <a:extLst>
                  <a:ext uri="{FF2B5EF4-FFF2-40B4-BE49-F238E27FC236}">
                    <a16:creationId xmlns:a16="http://schemas.microsoft.com/office/drawing/2014/main" id="{9371F465-9BAB-F31E-C6A7-4C0B62C77455}"/>
                  </a:ext>
                </a:extLst>
              </p:cNvPr>
              <p:cNvSpPr/>
              <p:nvPr/>
            </p:nvSpPr>
            <p:spPr>
              <a:xfrm>
                <a:off x="5068198" y="4772810"/>
                <a:ext cx="475691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91" h="275343" extrusionOk="0">
                    <a:moveTo>
                      <a:pt x="475252" y="145899"/>
                    </a:moveTo>
                    <a:cubicBezTo>
                      <a:pt x="471925" y="178284"/>
                      <a:pt x="448831" y="210193"/>
                      <a:pt x="406064" y="235053"/>
                    </a:cubicBezTo>
                    <a:cubicBezTo>
                      <a:pt x="313117" y="288774"/>
                      <a:pt x="162482" y="288774"/>
                      <a:pt x="69630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054" y="69318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4429;p48">
                <a:extLst>
                  <a:ext uri="{FF2B5EF4-FFF2-40B4-BE49-F238E27FC236}">
                    <a16:creationId xmlns:a16="http://schemas.microsoft.com/office/drawing/2014/main" id="{DA56E125-02F2-308E-D6DC-D7D596A37654}"/>
                  </a:ext>
                </a:extLst>
              </p:cNvPr>
              <p:cNvSpPr/>
              <p:nvPr/>
            </p:nvSpPr>
            <p:spPr>
              <a:xfrm>
                <a:off x="5068640" y="4789288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575"/>
                    </a:cubicBezTo>
                    <a:cubicBezTo>
                      <a:pt x="312675" y="272296"/>
                      <a:pt x="162040" y="272296"/>
                      <a:pt x="69188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3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223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4430;p48">
                <a:extLst>
                  <a:ext uri="{FF2B5EF4-FFF2-40B4-BE49-F238E27FC236}">
                    <a16:creationId xmlns:a16="http://schemas.microsoft.com/office/drawing/2014/main" id="{E49E9498-AF6C-A516-D36C-0C9A64718803}"/>
                  </a:ext>
                </a:extLst>
              </p:cNvPr>
              <p:cNvSpPr/>
              <p:nvPr/>
            </p:nvSpPr>
            <p:spPr>
              <a:xfrm>
                <a:off x="5190479" y="4851558"/>
                <a:ext cx="221040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040" h="139065" extrusionOk="0">
                    <a:moveTo>
                      <a:pt x="111955" y="22193"/>
                    </a:moveTo>
                    <a:cubicBezTo>
                      <a:pt x="109027" y="22155"/>
                      <a:pt x="106100" y="22374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4992" y="26280"/>
                      <a:pt x="79946" y="27575"/>
                      <a:pt x="74985" y="29146"/>
                    </a:cubicBezTo>
                    <a:cubicBezTo>
                      <a:pt x="69872" y="30632"/>
                      <a:pt x="64882" y="32509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476" y="44063"/>
                      <a:pt x="148753" y="42691"/>
                      <a:pt x="157098" y="42100"/>
                    </a:cubicBezTo>
                    <a:cubicBezTo>
                      <a:pt x="164739" y="41672"/>
                      <a:pt x="172399" y="42215"/>
                      <a:pt x="179907" y="43720"/>
                    </a:cubicBezTo>
                    <a:cubicBezTo>
                      <a:pt x="187576" y="45330"/>
                      <a:pt x="194932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68" y="71142"/>
                      <a:pt x="221723" y="76524"/>
                      <a:pt x="220488" y="81629"/>
                    </a:cubicBezTo>
                    <a:cubicBezTo>
                      <a:pt x="218872" y="87258"/>
                      <a:pt x="215793" y="92354"/>
                      <a:pt x="211554" y="96393"/>
                    </a:cubicBezTo>
                    <a:cubicBezTo>
                      <a:pt x="206318" y="101660"/>
                      <a:pt x="200473" y="106299"/>
                      <a:pt x="194162" y="110204"/>
                    </a:cubicBezTo>
                    <a:lnTo>
                      <a:pt x="218397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87" y="123530"/>
                      <a:pt x="156765" y="128159"/>
                      <a:pt x="144172" y="131540"/>
                    </a:cubicBezTo>
                    <a:cubicBezTo>
                      <a:pt x="131010" y="135179"/>
                      <a:pt x="117562" y="137703"/>
                      <a:pt x="103971" y="139065"/>
                    </a:cubicBezTo>
                    <a:lnTo>
                      <a:pt x="91236" y="116110"/>
                    </a:lnTo>
                    <a:cubicBezTo>
                      <a:pt x="94800" y="116014"/>
                      <a:pt x="98355" y="115729"/>
                      <a:pt x="101881" y="115253"/>
                    </a:cubicBezTo>
                    <a:cubicBezTo>
                      <a:pt x="107279" y="114614"/>
                      <a:pt x="112639" y="113690"/>
                      <a:pt x="117942" y="112490"/>
                    </a:cubicBezTo>
                    <a:cubicBezTo>
                      <a:pt x="123834" y="111252"/>
                      <a:pt x="130012" y="109633"/>
                      <a:pt x="136950" y="107728"/>
                    </a:cubicBezTo>
                    <a:cubicBezTo>
                      <a:pt x="143441" y="105870"/>
                      <a:pt x="149799" y="103546"/>
                      <a:pt x="155957" y="100774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8269" y="85249"/>
                      <a:pt x="89431" y="87725"/>
                      <a:pt x="81447" y="89535"/>
                    </a:cubicBezTo>
                    <a:cubicBezTo>
                      <a:pt x="74111" y="91202"/>
                      <a:pt x="66631" y="9219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02" y="89125"/>
                      <a:pt x="26715" y="86620"/>
                      <a:pt x="21003" y="83248"/>
                    </a:cubicBezTo>
                    <a:cubicBezTo>
                      <a:pt x="14712" y="79943"/>
                      <a:pt x="9257" y="75257"/>
                      <a:pt x="5037" y="69532"/>
                    </a:cubicBezTo>
                    <a:cubicBezTo>
                      <a:pt x="1958" y="65246"/>
                      <a:pt x="447" y="60036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1"/>
                      <a:pt x="16689" y="29708"/>
                      <a:pt x="22524" y="2581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7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7"/>
                      <a:pt x="90067" y="1248"/>
                      <a:pt x="101120" y="0"/>
                    </a:cubicBezTo>
                    <a:close/>
                    <a:moveTo>
                      <a:pt x="47044" y="62294"/>
                    </a:moveTo>
                    <a:cubicBezTo>
                      <a:pt x="52043" y="65199"/>
                      <a:pt x="57830" y="66427"/>
                      <a:pt x="63580" y="65818"/>
                    </a:cubicBezTo>
                    <a:cubicBezTo>
                      <a:pt x="71307" y="64951"/>
                      <a:pt x="78929" y="63265"/>
                      <a:pt x="86294" y="60770"/>
                    </a:cubicBezTo>
                    <a:lnTo>
                      <a:pt x="50560" y="40005"/>
                    </a:lnTo>
                    <a:cubicBezTo>
                      <a:pt x="37540" y="48673"/>
                      <a:pt x="35924" y="56102"/>
                      <a:pt x="47139" y="62294"/>
                    </a:cubicBezTo>
                    <a:close/>
                    <a:moveTo>
                      <a:pt x="172494" y="72771"/>
                    </a:moveTo>
                    <a:cubicBezTo>
                      <a:pt x="167020" y="69752"/>
                      <a:pt x="160709" y="68609"/>
                      <a:pt x="154532" y="69532"/>
                    </a:cubicBezTo>
                    <a:cubicBezTo>
                      <a:pt x="146092" y="70656"/>
                      <a:pt x="137757" y="72504"/>
                      <a:pt x="129632" y="75057"/>
                    </a:cubicBezTo>
                    <a:lnTo>
                      <a:pt x="165176" y="95631"/>
                    </a:lnTo>
                    <a:cubicBezTo>
                      <a:pt x="180382" y="86296"/>
                      <a:pt x="182853" y="78705"/>
                      <a:pt x="172589" y="7286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4431;p48">
                <a:extLst>
                  <a:ext uri="{FF2B5EF4-FFF2-40B4-BE49-F238E27FC236}">
                    <a16:creationId xmlns:a16="http://schemas.microsoft.com/office/drawing/2014/main" id="{6F3B1281-BC57-CED4-62FC-917169E8765F}"/>
                  </a:ext>
                </a:extLst>
              </p:cNvPr>
              <p:cNvSpPr/>
              <p:nvPr/>
            </p:nvSpPr>
            <p:spPr>
              <a:xfrm>
                <a:off x="5282000" y="495471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4432;p48">
                <a:extLst>
                  <a:ext uri="{FF2B5EF4-FFF2-40B4-BE49-F238E27FC236}">
                    <a16:creationId xmlns:a16="http://schemas.microsoft.com/office/drawing/2014/main" id="{89159B15-8BAA-8CA5-F2D9-6A0134D60E0F}"/>
                  </a:ext>
                </a:extLst>
              </p:cNvPr>
              <p:cNvSpPr/>
              <p:nvPr/>
            </p:nvSpPr>
            <p:spPr>
              <a:xfrm>
                <a:off x="5377608" y="496290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859"/>
                    </a:moveTo>
                    <a:lnTo>
                      <a:pt x="31552" y="0"/>
                    </a:lnTo>
                    <a:lnTo>
                      <a:pt x="0" y="2381"/>
                    </a:lnTo>
                    <a:lnTo>
                      <a:pt x="18152" y="14859"/>
                    </a:lnTo>
                    <a:lnTo>
                      <a:pt x="31552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4433;p48">
                <a:extLst>
                  <a:ext uri="{FF2B5EF4-FFF2-40B4-BE49-F238E27FC236}">
                    <a16:creationId xmlns:a16="http://schemas.microsoft.com/office/drawing/2014/main" id="{65333A1F-6BD8-42E6-64DE-4C360A5CC5A4}"/>
                  </a:ext>
                </a:extLst>
              </p:cNvPr>
              <p:cNvSpPr/>
              <p:nvPr/>
            </p:nvSpPr>
            <p:spPr>
              <a:xfrm>
                <a:off x="5388158" y="491537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4434;p48">
                <a:extLst>
                  <a:ext uri="{FF2B5EF4-FFF2-40B4-BE49-F238E27FC236}">
                    <a16:creationId xmlns:a16="http://schemas.microsoft.com/office/drawing/2014/main" id="{6A689C2E-1B6E-3BD6-C52A-CB2E96676CCC}"/>
                  </a:ext>
                </a:extLst>
              </p:cNvPr>
              <p:cNvSpPr/>
              <p:nvPr/>
            </p:nvSpPr>
            <p:spPr>
              <a:xfrm>
                <a:off x="5313838" y="4920138"/>
                <a:ext cx="35639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5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4435;p48">
                <a:extLst>
                  <a:ext uri="{FF2B5EF4-FFF2-40B4-BE49-F238E27FC236}">
                    <a16:creationId xmlns:a16="http://schemas.microsoft.com/office/drawing/2014/main" id="{2CB19338-D81B-7484-4B50-7D106F469153}"/>
                  </a:ext>
                </a:extLst>
              </p:cNvPr>
              <p:cNvSpPr/>
              <p:nvPr/>
            </p:nvSpPr>
            <p:spPr>
              <a:xfrm>
                <a:off x="5241229" y="4878705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382"/>
                    </a:moveTo>
                    <a:lnTo>
                      <a:pt x="36875" y="29242"/>
                    </a:lnTo>
                    <a:lnTo>
                      <a:pt x="44383" y="23813"/>
                    </a:lnTo>
                    <a:cubicBezTo>
                      <a:pt x="44383" y="23813"/>
                      <a:pt x="39726" y="18479"/>
                      <a:pt x="39441" y="17907"/>
                    </a:cubicBezTo>
                    <a:cubicBezTo>
                      <a:pt x="39156" y="17335"/>
                      <a:pt x="30697" y="8858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4436;p48">
                <a:extLst>
                  <a:ext uri="{FF2B5EF4-FFF2-40B4-BE49-F238E27FC236}">
                    <a16:creationId xmlns:a16="http://schemas.microsoft.com/office/drawing/2014/main" id="{1FE0D65F-2C95-24C5-B27E-242CD609D7D0}"/>
                  </a:ext>
                </a:extLst>
              </p:cNvPr>
              <p:cNvSpPr/>
              <p:nvPr/>
            </p:nvSpPr>
            <p:spPr>
              <a:xfrm>
                <a:off x="5282000" y="485527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4437;p48">
                <a:extLst>
                  <a:ext uri="{FF2B5EF4-FFF2-40B4-BE49-F238E27FC236}">
                    <a16:creationId xmlns:a16="http://schemas.microsoft.com/office/drawing/2014/main" id="{B1B6DF93-914B-2AFC-F48D-4386609E4C2C}"/>
                  </a:ext>
                </a:extLst>
              </p:cNvPr>
              <p:cNvSpPr/>
              <p:nvPr/>
            </p:nvSpPr>
            <p:spPr>
              <a:xfrm>
                <a:off x="5190099" y="4851463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4438;p48">
                <a:extLst>
                  <a:ext uri="{FF2B5EF4-FFF2-40B4-BE49-F238E27FC236}">
                    <a16:creationId xmlns:a16="http://schemas.microsoft.com/office/drawing/2014/main" id="{4E1F045C-0DF1-E000-7879-FEB4B6828273}"/>
                  </a:ext>
                </a:extLst>
              </p:cNvPr>
              <p:cNvSpPr/>
              <p:nvPr/>
            </p:nvSpPr>
            <p:spPr>
              <a:xfrm>
                <a:off x="5190859" y="4894802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4439;p48">
                <a:extLst>
                  <a:ext uri="{FF2B5EF4-FFF2-40B4-BE49-F238E27FC236}">
                    <a16:creationId xmlns:a16="http://schemas.microsoft.com/office/drawing/2014/main" id="{CCE420D1-D15A-09C1-12C9-6A291F1FA717}"/>
                  </a:ext>
                </a:extLst>
              </p:cNvPr>
              <p:cNvSpPr/>
              <p:nvPr/>
            </p:nvSpPr>
            <p:spPr>
              <a:xfrm>
                <a:off x="5190764" y="4838795"/>
                <a:ext cx="221036" cy="139064"/>
              </a:xfrm>
              <a:custGeom>
                <a:avLst/>
                <a:gdLst/>
                <a:ahLst/>
                <a:cxnLst/>
                <a:rect l="l" t="t" r="r" b="b"/>
                <a:pathLst>
                  <a:path w="221036" h="139064" extrusionOk="0">
                    <a:moveTo>
                      <a:pt x="111669" y="22003"/>
                    </a:moveTo>
                    <a:cubicBezTo>
                      <a:pt x="108742" y="22012"/>
                      <a:pt x="105825" y="22231"/>
                      <a:pt x="102926" y="22670"/>
                    </a:cubicBezTo>
                    <a:cubicBezTo>
                      <a:pt x="99029" y="23241"/>
                      <a:pt x="94658" y="24003"/>
                      <a:pt x="89811" y="25051"/>
                    </a:cubicBezTo>
                    <a:cubicBezTo>
                      <a:pt x="84964" y="26098"/>
                      <a:pt x="80307" y="27432"/>
                      <a:pt x="74700" y="28956"/>
                    </a:cubicBezTo>
                    <a:cubicBezTo>
                      <a:pt x="69596" y="30518"/>
                      <a:pt x="64616" y="32423"/>
                      <a:pt x="59779" y="34671"/>
                    </a:cubicBezTo>
                    <a:lnTo>
                      <a:pt x="97794" y="56769"/>
                    </a:lnTo>
                    <a:lnTo>
                      <a:pt x="104637" y="54292"/>
                    </a:lnTo>
                    <a:cubicBezTo>
                      <a:pt x="114140" y="51054"/>
                      <a:pt x="123644" y="48387"/>
                      <a:pt x="132103" y="46101"/>
                    </a:cubicBezTo>
                    <a:cubicBezTo>
                      <a:pt x="140181" y="43920"/>
                      <a:pt x="148459" y="42548"/>
                      <a:pt x="156812" y="42005"/>
                    </a:cubicBezTo>
                    <a:cubicBezTo>
                      <a:pt x="164454" y="41500"/>
                      <a:pt x="172123" y="42005"/>
                      <a:pt x="179622" y="43529"/>
                    </a:cubicBezTo>
                    <a:cubicBezTo>
                      <a:pt x="187282" y="45177"/>
                      <a:pt x="194628" y="48035"/>
                      <a:pt x="201385" y="52006"/>
                    </a:cubicBezTo>
                    <a:cubicBezTo>
                      <a:pt x="208123" y="55340"/>
                      <a:pt x="213883" y="60360"/>
                      <a:pt x="218112" y="66580"/>
                    </a:cubicBezTo>
                    <a:cubicBezTo>
                      <a:pt x="220868" y="71085"/>
                      <a:pt x="221714" y="76495"/>
                      <a:pt x="220488" y="81629"/>
                    </a:cubicBezTo>
                    <a:cubicBezTo>
                      <a:pt x="218872" y="87230"/>
                      <a:pt x="215793" y="92297"/>
                      <a:pt x="211554" y="96298"/>
                    </a:cubicBezTo>
                    <a:cubicBezTo>
                      <a:pt x="206337" y="101594"/>
                      <a:pt x="200501" y="106232"/>
                      <a:pt x="194162" y="110109"/>
                    </a:cubicBezTo>
                    <a:lnTo>
                      <a:pt x="218397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8987" y="123501"/>
                      <a:pt x="156765" y="128092"/>
                      <a:pt x="144172" y="131445"/>
                    </a:cubicBezTo>
                    <a:cubicBezTo>
                      <a:pt x="131010" y="135122"/>
                      <a:pt x="117562" y="137665"/>
                      <a:pt x="103971" y="139065"/>
                    </a:cubicBezTo>
                    <a:lnTo>
                      <a:pt x="91236" y="116014"/>
                    </a:lnTo>
                    <a:cubicBezTo>
                      <a:pt x="94800" y="115919"/>
                      <a:pt x="98355" y="115633"/>
                      <a:pt x="101881" y="115157"/>
                    </a:cubicBezTo>
                    <a:cubicBezTo>
                      <a:pt x="107288" y="114567"/>
                      <a:pt x="112648" y="113643"/>
                      <a:pt x="117942" y="112395"/>
                    </a:cubicBezTo>
                    <a:cubicBezTo>
                      <a:pt x="123834" y="111157"/>
                      <a:pt x="130012" y="109538"/>
                      <a:pt x="136950" y="107632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6"/>
                    </a:lnTo>
                    <a:cubicBezTo>
                      <a:pt x="116326" y="79334"/>
                      <a:pt x="114673" y="7990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8" y="89440"/>
                    </a:cubicBezTo>
                    <a:cubicBezTo>
                      <a:pt x="74111" y="91135"/>
                      <a:pt x="66631" y="92154"/>
                      <a:pt x="59114" y="92488"/>
                    </a:cubicBezTo>
                    <a:cubicBezTo>
                      <a:pt x="52470" y="92697"/>
                      <a:pt x="45827" y="92059"/>
                      <a:pt x="39346" y="90583"/>
                    </a:cubicBezTo>
                    <a:cubicBezTo>
                      <a:pt x="32883" y="89068"/>
                      <a:pt x="26696" y="86563"/>
                      <a:pt x="21003" y="83153"/>
                    </a:cubicBezTo>
                    <a:cubicBezTo>
                      <a:pt x="14702" y="79915"/>
                      <a:pt x="9238" y="75247"/>
                      <a:pt x="5037" y="69532"/>
                    </a:cubicBezTo>
                    <a:cubicBezTo>
                      <a:pt x="1977" y="65246"/>
                      <a:pt x="466" y="60036"/>
                      <a:pt x="760" y="54769"/>
                    </a:cubicBezTo>
                    <a:cubicBezTo>
                      <a:pt x="1331" y="49273"/>
                      <a:pt x="3507" y="44062"/>
                      <a:pt x="7033" y="39814"/>
                    </a:cubicBezTo>
                    <a:cubicBezTo>
                      <a:pt x="11471" y="34404"/>
                      <a:pt x="16698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5544" y="18002"/>
                    </a:lnTo>
                    <a:cubicBezTo>
                      <a:pt x="45998" y="12782"/>
                      <a:pt x="56994" y="8725"/>
                      <a:pt x="68332" y="5905"/>
                    </a:cubicBezTo>
                    <a:cubicBezTo>
                      <a:pt x="79110" y="3143"/>
                      <a:pt x="90067" y="1171"/>
                      <a:pt x="101120" y="0"/>
                    </a:cubicBezTo>
                    <a:close/>
                    <a:moveTo>
                      <a:pt x="46759" y="62103"/>
                    </a:moveTo>
                    <a:cubicBezTo>
                      <a:pt x="51748" y="65037"/>
                      <a:pt x="57536" y="66304"/>
                      <a:pt x="63295" y="65722"/>
                    </a:cubicBezTo>
                    <a:cubicBezTo>
                      <a:pt x="71031" y="64818"/>
                      <a:pt x="78644" y="63094"/>
                      <a:pt x="86009" y="60579"/>
                    </a:cubicBezTo>
                    <a:lnTo>
                      <a:pt x="50275" y="39910"/>
                    </a:lnTo>
                    <a:cubicBezTo>
                      <a:pt x="37255" y="48482"/>
                      <a:pt x="35639" y="55912"/>
                      <a:pt x="46854" y="62103"/>
                    </a:cubicBezTo>
                    <a:close/>
                    <a:moveTo>
                      <a:pt x="172209" y="72580"/>
                    </a:moveTo>
                    <a:cubicBezTo>
                      <a:pt x="166706" y="69637"/>
                      <a:pt x="160414" y="68532"/>
                      <a:pt x="154246" y="69437"/>
                    </a:cubicBezTo>
                    <a:cubicBezTo>
                      <a:pt x="145807" y="70523"/>
                      <a:pt x="137472" y="72342"/>
                      <a:pt x="129347" y="74866"/>
                    </a:cubicBezTo>
                    <a:lnTo>
                      <a:pt x="164891" y="95440"/>
                    </a:lnTo>
                    <a:cubicBezTo>
                      <a:pt x="180097" y="86230"/>
                      <a:pt x="182568" y="78610"/>
                      <a:pt x="172304" y="7258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1" name="Google Shape;4440;p48">
              <a:extLst>
                <a:ext uri="{FF2B5EF4-FFF2-40B4-BE49-F238E27FC236}">
                  <a16:creationId xmlns:a16="http://schemas.microsoft.com/office/drawing/2014/main" id="{79EE8283-4635-013D-A2F8-804CA9FC83A1}"/>
                </a:ext>
              </a:extLst>
            </p:cNvPr>
            <p:cNvGrpSpPr/>
            <p:nvPr/>
          </p:nvGrpSpPr>
          <p:grpSpPr>
            <a:xfrm>
              <a:off x="3220919" y="3808894"/>
              <a:ext cx="664504" cy="467011"/>
              <a:chOff x="5002019" y="4625244"/>
              <a:chExt cx="664504" cy="467011"/>
            </a:xfrm>
          </p:grpSpPr>
          <p:sp>
            <p:nvSpPr>
              <p:cNvPr id="482" name="Google Shape;4441;p48">
                <a:extLst>
                  <a:ext uri="{FF2B5EF4-FFF2-40B4-BE49-F238E27FC236}">
                    <a16:creationId xmlns:a16="http://schemas.microsoft.com/office/drawing/2014/main" id="{B331F436-0058-92C0-082E-3176F8E34131}"/>
                  </a:ext>
                </a:extLst>
              </p:cNvPr>
              <p:cNvSpPr/>
              <p:nvPr/>
            </p:nvSpPr>
            <p:spPr>
              <a:xfrm>
                <a:off x="5002019" y="470763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442;p48">
                <a:extLst>
                  <a:ext uri="{FF2B5EF4-FFF2-40B4-BE49-F238E27FC236}">
                    <a16:creationId xmlns:a16="http://schemas.microsoft.com/office/drawing/2014/main" id="{AB37B826-5301-E13F-D236-C290CDB94DF2}"/>
                  </a:ext>
                </a:extLst>
              </p:cNvPr>
              <p:cNvSpPr/>
              <p:nvPr/>
            </p:nvSpPr>
            <p:spPr>
              <a:xfrm>
                <a:off x="5002019" y="481526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443;p48">
                <a:extLst>
                  <a:ext uri="{FF2B5EF4-FFF2-40B4-BE49-F238E27FC236}">
                    <a16:creationId xmlns:a16="http://schemas.microsoft.com/office/drawing/2014/main" id="{12D1873F-7342-A78D-D3F9-C13BA10BAEE1}"/>
                  </a:ext>
                </a:extLst>
              </p:cNvPr>
              <p:cNvSpPr/>
              <p:nvPr/>
            </p:nvSpPr>
            <p:spPr>
              <a:xfrm>
                <a:off x="5616534" y="481755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444;p48">
                <a:extLst>
                  <a:ext uri="{FF2B5EF4-FFF2-40B4-BE49-F238E27FC236}">
                    <a16:creationId xmlns:a16="http://schemas.microsoft.com/office/drawing/2014/main" id="{A8E37CB7-75A7-F801-E8AD-423C21A55DF2}"/>
                  </a:ext>
                </a:extLst>
              </p:cNvPr>
              <p:cNvSpPr/>
              <p:nvPr/>
            </p:nvSpPr>
            <p:spPr>
              <a:xfrm>
                <a:off x="5002019" y="462524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445;p48">
                <a:extLst>
                  <a:ext uri="{FF2B5EF4-FFF2-40B4-BE49-F238E27FC236}">
                    <a16:creationId xmlns:a16="http://schemas.microsoft.com/office/drawing/2014/main" id="{E0BEDE05-37EC-9F38-A611-1B214F5C7783}"/>
                  </a:ext>
                </a:extLst>
              </p:cNvPr>
              <p:cNvSpPr/>
              <p:nvPr/>
            </p:nvSpPr>
            <p:spPr>
              <a:xfrm>
                <a:off x="5096424" y="467765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5" y="178284"/>
                      <a:pt x="448926" y="210193"/>
                      <a:pt x="406064" y="234958"/>
                    </a:cubicBezTo>
                    <a:cubicBezTo>
                      <a:pt x="313117" y="288679"/>
                      <a:pt x="162577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577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446;p48">
                <a:extLst>
                  <a:ext uri="{FF2B5EF4-FFF2-40B4-BE49-F238E27FC236}">
                    <a16:creationId xmlns:a16="http://schemas.microsoft.com/office/drawing/2014/main" id="{B2BB59D6-E435-7800-9F98-1E0A5E685F6D}"/>
                  </a:ext>
                </a:extLst>
              </p:cNvPr>
              <p:cNvSpPr/>
              <p:nvPr/>
            </p:nvSpPr>
            <p:spPr>
              <a:xfrm>
                <a:off x="5096866" y="469413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484" y="193715"/>
                      <a:pt x="405622" y="218480"/>
                    </a:cubicBezTo>
                    <a:cubicBezTo>
                      <a:pt x="312675" y="272201"/>
                      <a:pt x="162135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135" y="-13454"/>
                      <a:pt x="312675" y="-13454"/>
                      <a:pt x="405622" y="40362"/>
                    </a:cubicBezTo>
                    <a:cubicBezTo>
                      <a:pt x="448484" y="65127"/>
                      <a:pt x="471673" y="96941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447;p48">
                <a:extLst>
                  <a:ext uri="{FF2B5EF4-FFF2-40B4-BE49-F238E27FC236}">
                    <a16:creationId xmlns:a16="http://schemas.microsoft.com/office/drawing/2014/main" id="{90CCE6FD-633C-5549-C4BF-D1FA70BBDBE7}"/>
                  </a:ext>
                </a:extLst>
              </p:cNvPr>
              <p:cNvSpPr/>
              <p:nvPr/>
            </p:nvSpPr>
            <p:spPr>
              <a:xfrm>
                <a:off x="5218990" y="4756403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60"/>
                      <a:pt x="106100" y="22279"/>
                      <a:pt x="103211" y="22765"/>
                    </a:cubicBezTo>
                    <a:cubicBezTo>
                      <a:pt x="99315" y="23336"/>
                      <a:pt x="94943" y="24099"/>
                      <a:pt x="90096" y="25146"/>
                    </a:cubicBezTo>
                    <a:cubicBezTo>
                      <a:pt x="85249" y="26194"/>
                      <a:pt x="80592" y="27527"/>
                      <a:pt x="74985" y="29051"/>
                    </a:cubicBezTo>
                    <a:cubicBezTo>
                      <a:pt x="69881" y="30585"/>
                      <a:pt x="64892" y="32490"/>
                      <a:pt x="60064" y="34766"/>
                    </a:cubicBezTo>
                    <a:lnTo>
                      <a:pt x="98079" y="56864"/>
                    </a:lnTo>
                    <a:lnTo>
                      <a:pt x="104922" y="54388"/>
                    </a:lnTo>
                    <a:cubicBezTo>
                      <a:pt x="114426" y="51149"/>
                      <a:pt x="123929" y="48483"/>
                      <a:pt x="132388" y="46196"/>
                    </a:cubicBezTo>
                    <a:cubicBezTo>
                      <a:pt x="140504" y="44015"/>
                      <a:pt x="148810" y="42644"/>
                      <a:pt x="157193" y="42101"/>
                    </a:cubicBezTo>
                    <a:cubicBezTo>
                      <a:pt x="164796" y="41596"/>
                      <a:pt x="172437" y="42101"/>
                      <a:pt x="179907" y="43625"/>
                    </a:cubicBezTo>
                    <a:cubicBezTo>
                      <a:pt x="187567" y="45253"/>
                      <a:pt x="194923" y="48120"/>
                      <a:pt x="201670" y="52102"/>
                    </a:cubicBezTo>
                    <a:cubicBezTo>
                      <a:pt x="208294" y="55445"/>
                      <a:pt x="213949" y="60427"/>
                      <a:pt x="218112" y="66580"/>
                    </a:cubicBezTo>
                    <a:cubicBezTo>
                      <a:pt x="220887" y="71038"/>
                      <a:pt x="221780" y="76419"/>
                      <a:pt x="220583" y="81534"/>
                    </a:cubicBezTo>
                    <a:cubicBezTo>
                      <a:pt x="218958" y="87154"/>
                      <a:pt x="215869" y="92250"/>
                      <a:pt x="211649" y="96298"/>
                    </a:cubicBezTo>
                    <a:cubicBezTo>
                      <a:pt x="206403" y="101594"/>
                      <a:pt x="200530" y="106232"/>
                      <a:pt x="194162" y="110109"/>
                    </a:cubicBezTo>
                    <a:lnTo>
                      <a:pt x="218492" y="124206"/>
                    </a:lnTo>
                    <a:lnTo>
                      <a:pt x="205187" y="131826"/>
                    </a:lnTo>
                    <a:lnTo>
                      <a:pt x="180667" y="117729"/>
                    </a:lnTo>
                    <a:cubicBezTo>
                      <a:pt x="169015" y="123482"/>
                      <a:pt x="156822" y="128083"/>
                      <a:pt x="144267" y="131445"/>
                    </a:cubicBezTo>
                    <a:cubicBezTo>
                      <a:pt x="131105" y="135103"/>
                      <a:pt x="117657" y="137646"/>
                      <a:pt x="104066" y="139065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57"/>
                      <a:pt x="112677" y="113633"/>
                      <a:pt x="117942" y="112395"/>
                    </a:cubicBezTo>
                    <a:cubicBezTo>
                      <a:pt x="123834" y="111157"/>
                      <a:pt x="130107" y="109538"/>
                      <a:pt x="136950" y="107633"/>
                    </a:cubicBezTo>
                    <a:cubicBezTo>
                      <a:pt x="143460" y="105823"/>
                      <a:pt x="149818" y="10349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343"/>
                      <a:pt x="114682" y="79924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82"/>
                      <a:pt x="89526" y="87659"/>
                      <a:pt x="81543" y="89440"/>
                    </a:cubicBezTo>
                    <a:cubicBezTo>
                      <a:pt x="74177" y="91135"/>
                      <a:pt x="66669" y="92155"/>
                      <a:pt x="59114" y="92488"/>
                    </a:cubicBezTo>
                    <a:cubicBezTo>
                      <a:pt x="52470" y="92698"/>
                      <a:pt x="45827" y="92059"/>
                      <a:pt x="39346" y="90583"/>
                    </a:cubicBezTo>
                    <a:cubicBezTo>
                      <a:pt x="32893" y="89040"/>
                      <a:pt x="26715" y="86535"/>
                      <a:pt x="21003" y="83153"/>
                    </a:cubicBezTo>
                    <a:cubicBezTo>
                      <a:pt x="14740" y="79886"/>
                      <a:pt x="9314" y="75229"/>
                      <a:pt x="5132" y="69533"/>
                    </a:cubicBezTo>
                    <a:cubicBezTo>
                      <a:pt x="2072" y="65246"/>
                      <a:pt x="561" y="60036"/>
                      <a:pt x="855" y="54769"/>
                    </a:cubicBezTo>
                    <a:cubicBezTo>
                      <a:pt x="1340" y="49254"/>
                      <a:pt x="3535" y="44025"/>
                      <a:pt x="7128" y="39815"/>
                    </a:cubicBezTo>
                    <a:cubicBezTo>
                      <a:pt x="11509" y="34376"/>
                      <a:pt x="16698" y="29651"/>
                      <a:pt x="22524" y="25813"/>
                    </a:cubicBezTo>
                    <a:lnTo>
                      <a:pt x="0" y="12764"/>
                    </a:lnTo>
                    <a:lnTo>
                      <a:pt x="13305" y="5049"/>
                    </a:lnTo>
                    <a:lnTo>
                      <a:pt x="35544" y="18002"/>
                    </a:lnTo>
                    <a:cubicBezTo>
                      <a:pt x="46027" y="12783"/>
                      <a:pt x="57061" y="8725"/>
                      <a:pt x="68427" y="5906"/>
                    </a:cubicBezTo>
                    <a:cubicBezTo>
                      <a:pt x="79205" y="3143"/>
                      <a:pt x="90162" y="1172"/>
                      <a:pt x="101215" y="0"/>
                    </a:cubicBezTo>
                    <a:close/>
                    <a:moveTo>
                      <a:pt x="47044" y="62199"/>
                    </a:moveTo>
                    <a:cubicBezTo>
                      <a:pt x="52043" y="65113"/>
                      <a:pt x="57830" y="66380"/>
                      <a:pt x="63580" y="65818"/>
                    </a:cubicBezTo>
                    <a:cubicBezTo>
                      <a:pt x="71345" y="64922"/>
                      <a:pt x="78995" y="63198"/>
                      <a:pt x="86389" y="60674"/>
                    </a:cubicBezTo>
                    <a:lnTo>
                      <a:pt x="50560" y="40005"/>
                    </a:lnTo>
                    <a:cubicBezTo>
                      <a:pt x="37321" y="48578"/>
                      <a:pt x="36086" y="55979"/>
                      <a:pt x="46854" y="62199"/>
                    </a:cubicBezTo>
                    <a:close/>
                    <a:moveTo>
                      <a:pt x="172494" y="72676"/>
                    </a:moveTo>
                    <a:cubicBezTo>
                      <a:pt x="167029" y="69742"/>
                      <a:pt x="160766" y="68637"/>
                      <a:pt x="154627" y="69533"/>
                    </a:cubicBezTo>
                    <a:cubicBezTo>
                      <a:pt x="146159" y="70618"/>
                      <a:pt x="137795" y="72438"/>
                      <a:pt x="129632" y="74962"/>
                    </a:cubicBezTo>
                    <a:lnTo>
                      <a:pt x="165176" y="95536"/>
                    </a:lnTo>
                    <a:cubicBezTo>
                      <a:pt x="180192" y="86297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448;p48">
                <a:extLst>
                  <a:ext uri="{FF2B5EF4-FFF2-40B4-BE49-F238E27FC236}">
                    <a16:creationId xmlns:a16="http://schemas.microsoft.com/office/drawing/2014/main" id="{75C22197-97A1-559B-ECA4-1A4AF1EA2D02}"/>
                  </a:ext>
                </a:extLst>
              </p:cNvPr>
              <p:cNvSpPr/>
              <p:nvPr/>
            </p:nvSpPr>
            <p:spPr>
              <a:xfrm>
                <a:off x="5310227" y="4859464"/>
                <a:ext cx="1463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636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449;p48">
                <a:extLst>
                  <a:ext uri="{FF2B5EF4-FFF2-40B4-BE49-F238E27FC236}">
                    <a16:creationId xmlns:a16="http://schemas.microsoft.com/office/drawing/2014/main" id="{EF1A9E44-B734-05C7-DB83-F0E5E1CFF762}"/>
                  </a:ext>
                </a:extLst>
              </p:cNvPr>
              <p:cNvSpPr/>
              <p:nvPr/>
            </p:nvSpPr>
            <p:spPr>
              <a:xfrm>
                <a:off x="5405835" y="4867656"/>
                <a:ext cx="31647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647" h="14858" extrusionOk="0">
                    <a:moveTo>
                      <a:pt x="31648" y="12954"/>
                    </a:moveTo>
                    <a:lnTo>
                      <a:pt x="31648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648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450;p48">
                <a:extLst>
                  <a:ext uri="{FF2B5EF4-FFF2-40B4-BE49-F238E27FC236}">
                    <a16:creationId xmlns:a16="http://schemas.microsoft.com/office/drawing/2014/main" id="{E2456C06-0B34-2BA6-B7E4-59B834F219DA}"/>
                  </a:ext>
                </a:extLst>
              </p:cNvPr>
              <p:cNvSpPr/>
              <p:nvPr/>
            </p:nvSpPr>
            <p:spPr>
              <a:xfrm>
                <a:off x="5416479" y="4820126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451;p48">
                <a:extLst>
                  <a:ext uri="{FF2B5EF4-FFF2-40B4-BE49-F238E27FC236}">
                    <a16:creationId xmlns:a16="http://schemas.microsoft.com/office/drawing/2014/main" id="{B702847B-FE4A-610A-8592-C1CE6AC6E334}"/>
                  </a:ext>
                </a:extLst>
              </p:cNvPr>
              <p:cNvSpPr/>
              <p:nvPr/>
            </p:nvSpPr>
            <p:spPr>
              <a:xfrm>
                <a:off x="5342159" y="4824983"/>
                <a:ext cx="35544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544" h="24669" extrusionOk="0">
                    <a:moveTo>
                      <a:pt x="0" y="7525"/>
                    </a:moveTo>
                    <a:lnTo>
                      <a:pt x="7793" y="0"/>
                    </a:lnTo>
                    <a:lnTo>
                      <a:pt x="35544" y="19050"/>
                    </a:lnTo>
                    <a:lnTo>
                      <a:pt x="33834" y="24670"/>
                    </a:lnTo>
                    <a:cubicBezTo>
                      <a:pt x="33834" y="24670"/>
                      <a:pt x="13115" y="15907"/>
                      <a:pt x="12450" y="15145"/>
                    </a:cubicBezTo>
                    <a:cubicBezTo>
                      <a:pt x="11785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452;p48">
                <a:extLst>
                  <a:ext uri="{FF2B5EF4-FFF2-40B4-BE49-F238E27FC236}">
                    <a16:creationId xmlns:a16="http://schemas.microsoft.com/office/drawing/2014/main" id="{FFD3CDEC-41E1-24AE-D6C2-15993C806D0D}"/>
                  </a:ext>
                </a:extLst>
              </p:cNvPr>
              <p:cNvSpPr/>
              <p:nvPr/>
            </p:nvSpPr>
            <p:spPr>
              <a:xfrm>
                <a:off x="5269455" y="4783550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lnTo>
                      <a:pt x="39441" y="17907"/>
                    </a:ln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906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453;p48">
                <a:extLst>
                  <a:ext uri="{FF2B5EF4-FFF2-40B4-BE49-F238E27FC236}">
                    <a16:creationId xmlns:a16="http://schemas.microsoft.com/office/drawing/2014/main" id="{E0A4A6EA-8F2C-BF5F-7BD9-03913E82DBA1}"/>
                  </a:ext>
                </a:extLst>
              </p:cNvPr>
              <p:cNvSpPr/>
              <p:nvPr/>
            </p:nvSpPr>
            <p:spPr>
              <a:xfrm>
                <a:off x="5310227" y="4760118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429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454;p48">
                <a:extLst>
                  <a:ext uri="{FF2B5EF4-FFF2-40B4-BE49-F238E27FC236}">
                    <a16:creationId xmlns:a16="http://schemas.microsoft.com/office/drawing/2014/main" id="{8CDE0184-EE40-A1E8-8343-999B0C37D8EB}"/>
                  </a:ext>
                </a:extLst>
              </p:cNvPr>
              <p:cNvSpPr/>
              <p:nvPr/>
            </p:nvSpPr>
            <p:spPr>
              <a:xfrm>
                <a:off x="5218325" y="475621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455;p48">
                <a:extLst>
                  <a:ext uri="{FF2B5EF4-FFF2-40B4-BE49-F238E27FC236}">
                    <a16:creationId xmlns:a16="http://schemas.microsoft.com/office/drawing/2014/main" id="{9EDB2624-028D-6D31-40AF-743BB874EFFE}"/>
                  </a:ext>
                </a:extLst>
              </p:cNvPr>
              <p:cNvSpPr/>
              <p:nvPr/>
            </p:nvSpPr>
            <p:spPr>
              <a:xfrm>
                <a:off x="5219085" y="4799552"/>
                <a:ext cx="22524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524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524" y="0"/>
                    </a:lnTo>
                    <a:lnTo>
                      <a:pt x="17012" y="12001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456;p48">
                <a:extLst>
                  <a:ext uri="{FF2B5EF4-FFF2-40B4-BE49-F238E27FC236}">
                    <a16:creationId xmlns:a16="http://schemas.microsoft.com/office/drawing/2014/main" id="{0CDBBC66-59B2-C334-81AE-E1C22DC0068E}"/>
                  </a:ext>
                </a:extLst>
              </p:cNvPr>
              <p:cNvSpPr/>
              <p:nvPr/>
            </p:nvSpPr>
            <p:spPr>
              <a:xfrm>
                <a:off x="5218990" y="4743450"/>
                <a:ext cx="221102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9065" extrusionOk="0">
                    <a:moveTo>
                      <a:pt x="111955" y="22098"/>
                    </a:moveTo>
                    <a:cubicBezTo>
                      <a:pt x="109027" y="22098"/>
                      <a:pt x="106100" y="22355"/>
                      <a:pt x="103211" y="22860"/>
                    </a:cubicBezTo>
                    <a:cubicBezTo>
                      <a:pt x="99315" y="23431"/>
                      <a:pt x="94943" y="24194"/>
                      <a:pt x="90096" y="25241"/>
                    </a:cubicBezTo>
                    <a:cubicBezTo>
                      <a:pt x="85249" y="26289"/>
                      <a:pt x="80592" y="27527"/>
                      <a:pt x="74985" y="29051"/>
                    </a:cubicBezTo>
                    <a:cubicBezTo>
                      <a:pt x="69891" y="30623"/>
                      <a:pt x="64911" y="32537"/>
                      <a:pt x="60064" y="34766"/>
                    </a:cubicBezTo>
                    <a:lnTo>
                      <a:pt x="98079" y="56864"/>
                    </a:lnTo>
                    <a:lnTo>
                      <a:pt x="104922" y="54483"/>
                    </a:lnTo>
                    <a:cubicBezTo>
                      <a:pt x="114426" y="51245"/>
                      <a:pt x="123929" y="48482"/>
                      <a:pt x="132388" y="46196"/>
                    </a:cubicBezTo>
                    <a:cubicBezTo>
                      <a:pt x="140514" y="44063"/>
                      <a:pt x="148820" y="42691"/>
                      <a:pt x="157193" y="42101"/>
                    </a:cubicBezTo>
                    <a:cubicBezTo>
                      <a:pt x="164796" y="41643"/>
                      <a:pt x="172427" y="42148"/>
                      <a:pt x="179907" y="43624"/>
                    </a:cubicBezTo>
                    <a:cubicBezTo>
                      <a:pt x="187576" y="45291"/>
                      <a:pt x="194923" y="48187"/>
                      <a:pt x="201670" y="52197"/>
                    </a:cubicBezTo>
                    <a:cubicBezTo>
                      <a:pt x="208294" y="55540"/>
                      <a:pt x="213949" y="60522"/>
                      <a:pt x="218112" y="66675"/>
                    </a:cubicBezTo>
                    <a:cubicBezTo>
                      <a:pt x="220887" y="71133"/>
                      <a:pt x="221780" y="76514"/>
                      <a:pt x="220583" y="81629"/>
                    </a:cubicBezTo>
                    <a:cubicBezTo>
                      <a:pt x="218929" y="87249"/>
                      <a:pt x="215859" y="92335"/>
                      <a:pt x="211649" y="96393"/>
                    </a:cubicBezTo>
                    <a:cubicBezTo>
                      <a:pt x="206375" y="101660"/>
                      <a:pt x="200511" y="106299"/>
                      <a:pt x="194162" y="110204"/>
                    </a:cubicBezTo>
                    <a:lnTo>
                      <a:pt x="218492" y="124206"/>
                    </a:lnTo>
                    <a:lnTo>
                      <a:pt x="205187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6014"/>
                      <a:pt x="98421" y="115757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107" y="109633"/>
                      <a:pt x="136950" y="107728"/>
                    </a:cubicBezTo>
                    <a:cubicBezTo>
                      <a:pt x="143450" y="105842"/>
                      <a:pt x="149799" y="10348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3" y="85011"/>
                      <a:pt x="90410" y="8745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26"/>
                      <a:pt x="45827" y="92126"/>
                      <a:pt x="39346" y="90678"/>
                    </a:cubicBezTo>
                    <a:cubicBezTo>
                      <a:pt x="32921" y="89049"/>
                      <a:pt x="26753" y="86544"/>
                      <a:pt x="21003" y="83248"/>
                    </a:cubicBezTo>
                    <a:cubicBezTo>
                      <a:pt x="14759" y="79915"/>
                      <a:pt x="9342" y="75229"/>
                      <a:pt x="5132" y="69532"/>
                    </a:cubicBezTo>
                    <a:cubicBezTo>
                      <a:pt x="2053" y="65246"/>
                      <a:pt x="542" y="60036"/>
                      <a:pt x="855" y="54769"/>
                    </a:cubicBezTo>
                    <a:cubicBezTo>
                      <a:pt x="1359" y="49282"/>
                      <a:pt x="3554" y="44091"/>
                      <a:pt x="7128" y="39910"/>
                    </a:cubicBezTo>
                    <a:cubicBezTo>
                      <a:pt x="11500" y="34442"/>
                      <a:pt x="16698" y="29689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55" y="12849"/>
                      <a:pt x="57070" y="8830"/>
                      <a:pt x="68427" y="6001"/>
                    </a:cubicBezTo>
                    <a:cubicBezTo>
                      <a:pt x="79205" y="3258"/>
                      <a:pt x="90162" y="1248"/>
                      <a:pt x="101215" y="0"/>
                    </a:cubicBezTo>
                    <a:close/>
                    <a:moveTo>
                      <a:pt x="47044" y="62294"/>
                    </a:moveTo>
                    <a:cubicBezTo>
                      <a:pt x="52052" y="65179"/>
                      <a:pt x="57840" y="66408"/>
                      <a:pt x="63580" y="65818"/>
                    </a:cubicBezTo>
                    <a:cubicBezTo>
                      <a:pt x="71345" y="64961"/>
                      <a:pt x="78986" y="63275"/>
                      <a:pt x="86389" y="60770"/>
                    </a:cubicBezTo>
                    <a:lnTo>
                      <a:pt x="50560" y="40005"/>
                    </a:lnTo>
                    <a:cubicBezTo>
                      <a:pt x="37255" y="48673"/>
                      <a:pt x="35924" y="56007"/>
                      <a:pt x="46854" y="62294"/>
                    </a:cubicBezTo>
                    <a:close/>
                    <a:moveTo>
                      <a:pt x="172494" y="72771"/>
                    </a:moveTo>
                    <a:cubicBezTo>
                      <a:pt x="167048" y="69771"/>
                      <a:pt x="160775" y="68628"/>
                      <a:pt x="154627" y="69532"/>
                    </a:cubicBezTo>
                    <a:cubicBezTo>
                      <a:pt x="146149" y="70609"/>
                      <a:pt x="137776" y="72457"/>
                      <a:pt x="129632" y="75057"/>
                    </a:cubicBezTo>
                    <a:lnTo>
                      <a:pt x="165176" y="95631"/>
                    </a:lnTo>
                    <a:cubicBezTo>
                      <a:pt x="180192" y="86296"/>
                      <a:pt x="182568" y="78677"/>
                      <a:pt x="172304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2" name="Google Shape;4457;p48">
              <a:extLst>
                <a:ext uri="{FF2B5EF4-FFF2-40B4-BE49-F238E27FC236}">
                  <a16:creationId xmlns:a16="http://schemas.microsoft.com/office/drawing/2014/main" id="{B0CA0D18-5029-3936-00B2-5930C5ECBC87}"/>
                </a:ext>
              </a:extLst>
            </p:cNvPr>
            <p:cNvGrpSpPr/>
            <p:nvPr/>
          </p:nvGrpSpPr>
          <p:grpSpPr>
            <a:xfrm>
              <a:off x="3200486" y="3710215"/>
              <a:ext cx="664598" cy="467011"/>
              <a:chOff x="4981586" y="4526565"/>
              <a:chExt cx="664598" cy="467011"/>
            </a:xfrm>
          </p:grpSpPr>
          <p:sp>
            <p:nvSpPr>
              <p:cNvPr id="466" name="Google Shape;4458;p48">
                <a:extLst>
                  <a:ext uri="{FF2B5EF4-FFF2-40B4-BE49-F238E27FC236}">
                    <a16:creationId xmlns:a16="http://schemas.microsoft.com/office/drawing/2014/main" id="{0D856001-A8C4-5254-B193-191DBF1D809A}"/>
                  </a:ext>
                </a:extLst>
              </p:cNvPr>
              <p:cNvSpPr/>
              <p:nvPr/>
            </p:nvSpPr>
            <p:spPr>
              <a:xfrm>
                <a:off x="4981586" y="4608957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459;p48">
                <a:extLst>
                  <a:ext uri="{FF2B5EF4-FFF2-40B4-BE49-F238E27FC236}">
                    <a16:creationId xmlns:a16="http://schemas.microsoft.com/office/drawing/2014/main" id="{74D6352D-E470-397C-5FC8-32AB8CC22D43}"/>
                  </a:ext>
                </a:extLst>
              </p:cNvPr>
              <p:cNvSpPr/>
              <p:nvPr/>
            </p:nvSpPr>
            <p:spPr>
              <a:xfrm>
                <a:off x="4981681" y="471658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460;p48">
                <a:extLst>
                  <a:ext uri="{FF2B5EF4-FFF2-40B4-BE49-F238E27FC236}">
                    <a16:creationId xmlns:a16="http://schemas.microsoft.com/office/drawing/2014/main" id="{8ED84AD4-5943-8782-F026-917B63E04E95}"/>
                  </a:ext>
                </a:extLst>
              </p:cNvPr>
              <p:cNvSpPr/>
              <p:nvPr/>
            </p:nvSpPr>
            <p:spPr>
              <a:xfrm>
                <a:off x="5596100" y="471887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461;p48">
                <a:extLst>
                  <a:ext uri="{FF2B5EF4-FFF2-40B4-BE49-F238E27FC236}">
                    <a16:creationId xmlns:a16="http://schemas.microsoft.com/office/drawing/2014/main" id="{3110FFF1-ED8A-780A-9782-2ED51D5367B1}"/>
                  </a:ext>
                </a:extLst>
              </p:cNvPr>
              <p:cNvSpPr/>
              <p:nvPr/>
            </p:nvSpPr>
            <p:spPr>
              <a:xfrm>
                <a:off x="4981586" y="452656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462;p48">
                <a:extLst>
                  <a:ext uri="{FF2B5EF4-FFF2-40B4-BE49-F238E27FC236}">
                    <a16:creationId xmlns:a16="http://schemas.microsoft.com/office/drawing/2014/main" id="{A620C5FD-0D9F-86DD-D4D0-DF442FAEC2CB}"/>
                  </a:ext>
                </a:extLst>
              </p:cNvPr>
              <p:cNvSpPr/>
              <p:nvPr/>
            </p:nvSpPr>
            <p:spPr>
              <a:xfrm>
                <a:off x="5076086" y="4578881"/>
                <a:ext cx="475673" cy="275344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4" extrusionOk="0">
                    <a:moveTo>
                      <a:pt x="475252" y="145994"/>
                    </a:moveTo>
                    <a:cubicBezTo>
                      <a:pt x="471830" y="178380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8380"/>
                      <a:pt x="443" y="145994"/>
                    </a:cubicBezTo>
                    <a:cubicBezTo>
                      <a:pt x="-3549" y="107894"/>
                      <a:pt x="19450" y="69318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8085"/>
                      <a:pt x="475252" y="14599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463;p48">
                <a:extLst>
                  <a:ext uri="{FF2B5EF4-FFF2-40B4-BE49-F238E27FC236}">
                    <a16:creationId xmlns:a16="http://schemas.microsoft.com/office/drawing/2014/main" id="{4E923D82-7E9A-071C-DA0B-255491289F55}"/>
                  </a:ext>
                </a:extLst>
              </p:cNvPr>
              <p:cNvSpPr/>
              <p:nvPr/>
            </p:nvSpPr>
            <p:spPr>
              <a:xfrm>
                <a:off x="5076528" y="4595360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516"/>
                    </a:moveTo>
                    <a:cubicBezTo>
                      <a:pt x="471388" y="161901"/>
                      <a:pt x="448389" y="193715"/>
                      <a:pt x="405526" y="218575"/>
                    </a:cubicBezTo>
                    <a:cubicBezTo>
                      <a:pt x="312675" y="272296"/>
                      <a:pt x="162040" y="272296"/>
                      <a:pt x="69092" y="218575"/>
                    </a:cubicBezTo>
                    <a:cubicBezTo>
                      <a:pt x="26325" y="193715"/>
                      <a:pt x="3326" y="161901"/>
                      <a:pt x="0" y="129516"/>
                    </a:cubicBezTo>
                    <a:cubicBezTo>
                      <a:pt x="3326" y="97131"/>
                      <a:pt x="26325" y="65222"/>
                      <a:pt x="69092" y="40362"/>
                    </a:cubicBezTo>
                    <a:cubicBezTo>
                      <a:pt x="162040" y="-13454"/>
                      <a:pt x="312675" y="-13454"/>
                      <a:pt x="405526" y="40362"/>
                    </a:cubicBezTo>
                    <a:cubicBezTo>
                      <a:pt x="448389" y="65222"/>
                      <a:pt x="471388" y="97131"/>
                      <a:pt x="474809" y="129516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464;p48">
                <a:extLst>
                  <a:ext uri="{FF2B5EF4-FFF2-40B4-BE49-F238E27FC236}">
                    <a16:creationId xmlns:a16="http://schemas.microsoft.com/office/drawing/2014/main" id="{81FAC167-CFB9-29AE-3A13-A70DE7FE3C3C}"/>
                  </a:ext>
                </a:extLst>
              </p:cNvPr>
              <p:cNvSpPr/>
              <p:nvPr/>
            </p:nvSpPr>
            <p:spPr>
              <a:xfrm>
                <a:off x="5197892" y="4657629"/>
                <a:ext cx="221515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1515" h="139160" extrusionOk="0">
                    <a:moveTo>
                      <a:pt x="112525" y="22193"/>
                    </a:moveTo>
                    <a:cubicBezTo>
                      <a:pt x="109598" y="22155"/>
                      <a:pt x="106670" y="22374"/>
                      <a:pt x="103781" y="22860"/>
                    </a:cubicBezTo>
                    <a:cubicBezTo>
                      <a:pt x="99885" y="23432"/>
                      <a:pt x="95513" y="24194"/>
                      <a:pt x="90666" y="25241"/>
                    </a:cubicBezTo>
                    <a:cubicBezTo>
                      <a:pt x="85819" y="26289"/>
                      <a:pt x="81162" y="27527"/>
                      <a:pt x="75460" y="29146"/>
                    </a:cubicBezTo>
                    <a:cubicBezTo>
                      <a:pt x="70376" y="30632"/>
                      <a:pt x="65424" y="32509"/>
                      <a:pt x="60634" y="34766"/>
                    </a:cubicBezTo>
                    <a:lnTo>
                      <a:pt x="98649" y="56960"/>
                    </a:lnTo>
                    <a:lnTo>
                      <a:pt x="105492" y="54483"/>
                    </a:lnTo>
                    <a:cubicBezTo>
                      <a:pt x="114996" y="51245"/>
                      <a:pt x="124500" y="48482"/>
                      <a:pt x="132958" y="46196"/>
                    </a:cubicBezTo>
                    <a:cubicBezTo>
                      <a:pt x="141046" y="44044"/>
                      <a:pt x="149324" y="42701"/>
                      <a:pt x="157668" y="42196"/>
                    </a:cubicBezTo>
                    <a:cubicBezTo>
                      <a:pt x="165309" y="41691"/>
                      <a:pt x="172978" y="42196"/>
                      <a:pt x="180477" y="43720"/>
                    </a:cubicBezTo>
                    <a:cubicBezTo>
                      <a:pt x="188146" y="45330"/>
                      <a:pt x="195502" y="48187"/>
                      <a:pt x="202241" y="52197"/>
                    </a:cubicBezTo>
                    <a:cubicBezTo>
                      <a:pt x="208817" y="55607"/>
                      <a:pt x="214443" y="60617"/>
                      <a:pt x="218587" y="66770"/>
                    </a:cubicBezTo>
                    <a:cubicBezTo>
                      <a:pt x="221343" y="71238"/>
                      <a:pt x="222199" y="76619"/>
                      <a:pt x="220963" y="81725"/>
                    </a:cubicBezTo>
                    <a:cubicBezTo>
                      <a:pt x="219347" y="87354"/>
                      <a:pt x="216268" y="92450"/>
                      <a:pt x="212029" y="96488"/>
                    </a:cubicBezTo>
                    <a:cubicBezTo>
                      <a:pt x="206755" y="101756"/>
                      <a:pt x="200891" y="106394"/>
                      <a:pt x="194543" y="110300"/>
                    </a:cubicBezTo>
                    <a:lnTo>
                      <a:pt x="218872" y="124396"/>
                    </a:lnTo>
                    <a:lnTo>
                      <a:pt x="205662" y="132017"/>
                    </a:lnTo>
                    <a:lnTo>
                      <a:pt x="181142" y="117824"/>
                    </a:lnTo>
                    <a:cubicBezTo>
                      <a:pt x="169462" y="123625"/>
                      <a:pt x="157240" y="128254"/>
                      <a:pt x="144648" y="131636"/>
                    </a:cubicBezTo>
                    <a:cubicBezTo>
                      <a:pt x="131494" y="135322"/>
                      <a:pt x="118037" y="137846"/>
                      <a:pt x="104447" y="139160"/>
                    </a:cubicBezTo>
                    <a:lnTo>
                      <a:pt x="91711" y="116205"/>
                    </a:lnTo>
                    <a:cubicBezTo>
                      <a:pt x="95275" y="116110"/>
                      <a:pt x="98830" y="115824"/>
                      <a:pt x="102356" y="115348"/>
                    </a:cubicBezTo>
                    <a:cubicBezTo>
                      <a:pt x="107754" y="114710"/>
                      <a:pt x="113114" y="113786"/>
                      <a:pt x="118417" y="112586"/>
                    </a:cubicBezTo>
                    <a:cubicBezTo>
                      <a:pt x="124310" y="111347"/>
                      <a:pt x="130487" y="109728"/>
                      <a:pt x="137425" y="107823"/>
                    </a:cubicBezTo>
                    <a:cubicBezTo>
                      <a:pt x="143925" y="105985"/>
                      <a:pt x="150283" y="103661"/>
                      <a:pt x="156432" y="100870"/>
                    </a:cubicBezTo>
                    <a:lnTo>
                      <a:pt x="118417" y="78867"/>
                    </a:lnTo>
                    <a:lnTo>
                      <a:pt x="113475" y="80582"/>
                    </a:lnTo>
                    <a:lnTo>
                      <a:pt x="108248" y="82201"/>
                    </a:lnTo>
                    <a:cubicBezTo>
                      <a:pt x="98744" y="85344"/>
                      <a:pt x="89906" y="87821"/>
                      <a:pt x="81923" y="89630"/>
                    </a:cubicBezTo>
                    <a:cubicBezTo>
                      <a:pt x="74557" y="91307"/>
                      <a:pt x="67049" y="92297"/>
                      <a:pt x="59494" y="92583"/>
                    </a:cubicBezTo>
                    <a:cubicBezTo>
                      <a:pt x="52851" y="92812"/>
                      <a:pt x="46217" y="92212"/>
                      <a:pt x="39726" y="90773"/>
                    </a:cubicBezTo>
                    <a:cubicBezTo>
                      <a:pt x="33301" y="89240"/>
                      <a:pt x="27143" y="86735"/>
                      <a:pt x="21479" y="83344"/>
                    </a:cubicBezTo>
                    <a:cubicBezTo>
                      <a:pt x="15187" y="80039"/>
                      <a:pt x="9732" y="75352"/>
                      <a:pt x="5512" y="69628"/>
                    </a:cubicBezTo>
                    <a:cubicBezTo>
                      <a:pt x="2433" y="65342"/>
                      <a:pt x="922" y="60132"/>
                      <a:pt x="1236" y="54864"/>
                    </a:cubicBezTo>
                    <a:cubicBezTo>
                      <a:pt x="1825" y="49406"/>
                      <a:pt x="4011" y="44234"/>
                      <a:pt x="7508" y="40005"/>
                    </a:cubicBezTo>
                    <a:cubicBezTo>
                      <a:pt x="11918" y="34566"/>
                      <a:pt x="17145" y="29842"/>
                      <a:pt x="22999" y="26003"/>
                    </a:cubicBezTo>
                    <a:lnTo>
                      <a:pt x="0" y="12859"/>
                    </a:lnTo>
                    <a:lnTo>
                      <a:pt x="13210" y="5144"/>
                    </a:lnTo>
                    <a:lnTo>
                      <a:pt x="35544" y="18098"/>
                    </a:lnTo>
                    <a:cubicBezTo>
                      <a:pt x="45998" y="12878"/>
                      <a:pt x="56994" y="8820"/>
                      <a:pt x="68332" y="6001"/>
                    </a:cubicBezTo>
                    <a:cubicBezTo>
                      <a:pt x="79110" y="3258"/>
                      <a:pt x="90067" y="1248"/>
                      <a:pt x="101120" y="0"/>
                    </a:cubicBezTo>
                    <a:close/>
                    <a:moveTo>
                      <a:pt x="47519" y="62294"/>
                    </a:moveTo>
                    <a:cubicBezTo>
                      <a:pt x="52556" y="65189"/>
                      <a:pt x="58372" y="66418"/>
                      <a:pt x="64151" y="65818"/>
                    </a:cubicBezTo>
                    <a:cubicBezTo>
                      <a:pt x="71877" y="64951"/>
                      <a:pt x="79499" y="63265"/>
                      <a:pt x="86865" y="60770"/>
                    </a:cubicBezTo>
                    <a:lnTo>
                      <a:pt x="51130" y="40005"/>
                    </a:lnTo>
                    <a:cubicBezTo>
                      <a:pt x="38015" y="48701"/>
                      <a:pt x="36808" y="56131"/>
                      <a:pt x="47519" y="62294"/>
                    </a:cubicBezTo>
                    <a:close/>
                    <a:moveTo>
                      <a:pt x="172969" y="72771"/>
                    </a:moveTo>
                    <a:cubicBezTo>
                      <a:pt x="167523" y="69771"/>
                      <a:pt x="161251" y="68628"/>
                      <a:pt x="155102" y="69533"/>
                    </a:cubicBezTo>
                    <a:cubicBezTo>
                      <a:pt x="146663" y="70656"/>
                      <a:pt x="138328" y="72504"/>
                      <a:pt x="130202" y="75057"/>
                    </a:cubicBezTo>
                    <a:lnTo>
                      <a:pt x="165746" y="95631"/>
                    </a:lnTo>
                    <a:cubicBezTo>
                      <a:pt x="180572" y="86392"/>
                      <a:pt x="183328" y="78677"/>
                      <a:pt x="172969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465;p48">
                <a:extLst>
                  <a:ext uri="{FF2B5EF4-FFF2-40B4-BE49-F238E27FC236}">
                    <a16:creationId xmlns:a16="http://schemas.microsoft.com/office/drawing/2014/main" id="{495756F7-B827-A060-A8F2-4EF0D0B9CBCC}"/>
                  </a:ext>
                </a:extLst>
              </p:cNvPr>
              <p:cNvSpPr/>
              <p:nvPr/>
            </p:nvSpPr>
            <p:spPr>
              <a:xfrm>
                <a:off x="5289888" y="4760785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466;p48">
                <a:extLst>
                  <a:ext uri="{FF2B5EF4-FFF2-40B4-BE49-F238E27FC236}">
                    <a16:creationId xmlns:a16="http://schemas.microsoft.com/office/drawing/2014/main" id="{21AD03D6-B49F-FA8E-B071-728996D398D8}"/>
                  </a:ext>
                </a:extLst>
              </p:cNvPr>
              <p:cNvSpPr/>
              <p:nvPr/>
            </p:nvSpPr>
            <p:spPr>
              <a:xfrm>
                <a:off x="5385496" y="4768976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7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467;p48">
                <a:extLst>
                  <a:ext uri="{FF2B5EF4-FFF2-40B4-BE49-F238E27FC236}">
                    <a16:creationId xmlns:a16="http://schemas.microsoft.com/office/drawing/2014/main" id="{C0763BC0-B612-C433-9D60-0DE94251128C}"/>
                  </a:ext>
                </a:extLst>
              </p:cNvPr>
              <p:cNvSpPr/>
              <p:nvPr/>
            </p:nvSpPr>
            <p:spPr>
              <a:xfrm>
                <a:off x="5396046" y="472144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468;p48">
                <a:extLst>
                  <a:ext uri="{FF2B5EF4-FFF2-40B4-BE49-F238E27FC236}">
                    <a16:creationId xmlns:a16="http://schemas.microsoft.com/office/drawing/2014/main" id="{BFA19B2B-13C9-5750-57BF-23378128809D}"/>
                  </a:ext>
                </a:extLst>
              </p:cNvPr>
              <p:cNvSpPr/>
              <p:nvPr/>
            </p:nvSpPr>
            <p:spPr>
              <a:xfrm>
                <a:off x="5321441" y="4726305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469;p48">
                <a:extLst>
                  <a:ext uri="{FF2B5EF4-FFF2-40B4-BE49-F238E27FC236}">
                    <a16:creationId xmlns:a16="http://schemas.microsoft.com/office/drawing/2014/main" id="{EDB14954-628A-5995-A164-721442787E67}"/>
                  </a:ext>
                </a:extLst>
              </p:cNvPr>
              <p:cNvSpPr/>
              <p:nvPr/>
            </p:nvSpPr>
            <p:spPr>
              <a:xfrm>
                <a:off x="5249117" y="468487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287"/>
                    </a:moveTo>
                    <a:lnTo>
                      <a:pt x="36780" y="29146"/>
                    </a:lnTo>
                    <a:lnTo>
                      <a:pt x="44383" y="23717"/>
                    </a:lnTo>
                    <a:lnTo>
                      <a:pt x="39346" y="17907"/>
                    </a:lnTo>
                    <a:cubicBezTo>
                      <a:pt x="36105" y="14116"/>
                      <a:pt x="32246" y="10896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470;p48">
                <a:extLst>
                  <a:ext uri="{FF2B5EF4-FFF2-40B4-BE49-F238E27FC236}">
                    <a16:creationId xmlns:a16="http://schemas.microsoft.com/office/drawing/2014/main" id="{D7EF01A6-2037-A319-A4DA-A7CD25C053AF}"/>
                  </a:ext>
                </a:extLst>
              </p:cNvPr>
              <p:cNvSpPr/>
              <p:nvPr/>
            </p:nvSpPr>
            <p:spPr>
              <a:xfrm>
                <a:off x="5289888" y="4661344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471;p48">
                <a:extLst>
                  <a:ext uri="{FF2B5EF4-FFF2-40B4-BE49-F238E27FC236}">
                    <a16:creationId xmlns:a16="http://schemas.microsoft.com/office/drawing/2014/main" id="{EA75D065-1D8A-1ACF-3E89-E4EEBE844623}"/>
                  </a:ext>
                </a:extLst>
              </p:cNvPr>
              <p:cNvSpPr/>
              <p:nvPr/>
            </p:nvSpPr>
            <p:spPr>
              <a:xfrm>
                <a:off x="5197987" y="465753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8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472;p48">
                <a:extLst>
                  <a:ext uri="{FF2B5EF4-FFF2-40B4-BE49-F238E27FC236}">
                    <a16:creationId xmlns:a16="http://schemas.microsoft.com/office/drawing/2014/main" id="{CC1912D5-90C8-5619-C365-C5E53F4D1920}"/>
                  </a:ext>
                </a:extLst>
              </p:cNvPr>
              <p:cNvSpPr/>
              <p:nvPr/>
            </p:nvSpPr>
            <p:spPr>
              <a:xfrm>
                <a:off x="5198652" y="470087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2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473;p48">
                <a:extLst>
                  <a:ext uri="{FF2B5EF4-FFF2-40B4-BE49-F238E27FC236}">
                    <a16:creationId xmlns:a16="http://schemas.microsoft.com/office/drawing/2014/main" id="{85559D31-F3E1-FA32-6857-E7400E0F928B}"/>
                  </a:ext>
                </a:extLst>
              </p:cNvPr>
              <p:cNvSpPr/>
              <p:nvPr/>
            </p:nvSpPr>
            <p:spPr>
              <a:xfrm>
                <a:off x="5197892" y="4644961"/>
                <a:ext cx="221610" cy="138874"/>
              </a:xfrm>
              <a:custGeom>
                <a:avLst/>
                <a:gdLst/>
                <a:ahLst/>
                <a:cxnLst/>
                <a:rect l="l" t="t" r="r" b="b"/>
                <a:pathLst>
                  <a:path w="221610" h="138874" extrusionOk="0">
                    <a:moveTo>
                      <a:pt x="112525" y="22288"/>
                    </a:moveTo>
                    <a:cubicBezTo>
                      <a:pt x="109598" y="22298"/>
                      <a:pt x="106680" y="22517"/>
                      <a:pt x="103781" y="22955"/>
                    </a:cubicBezTo>
                    <a:cubicBezTo>
                      <a:pt x="99885" y="23527"/>
                      <a:pt x="95513" y="24289"/>
                      <a:pt x="90666" y="25337"/>
                    </a:cubicBezTo>
                    <a:cubicBezTo>
                      <a:pt x="85819" y="26384"/>
                      <a:pt x="81162" y="27718"/>
                      <a:pt x="75460" y="29242"/>
                    </a:cubicBezTo>
                    <a:cubicBezTo>
                      <a:pt x="70395" y="30804"/>
                      <a:pt x="65434" y="32709"/>
                      <a:pt x="60634" y="34957"/>
                    </a:cubicBezTo>
                    <a:lnTo>
                      <a:pt x="98649" y="57055"/>
                    </a:lnTo>
                    <a:lnTo>
                      <a:pt x="105492" y="54578"/>
                    </a:lnTo>
                    <a:cubicBezTo>
                      <a:pt x="114996" y="51435"/>
                      <a:pt x="124500" y="48673"/>
                      <a:pt x="132958" y="46387"/>
                    </a:cubicBezTo>
                    <a:cubicBezTo>
                      <a:pt x="141036" y="44205"/>
                      <a:pt x="149314" y="42834"/>
                      <a:pt x="157668" y="42291"/>
                    </a:cubicBezTo>
                    <a:cubicBezTo>
                      <a:pt x="165309" y="41786"/>
                      <a:pt x="172978" y="42291"/>
                      <a:pt x="180477" y="43815"/>
                    </a:cubicBezTo>
                    <a:cubicBezTo>
                      <a:pt x="188127" y="45501"/>
                      <a:pt x="195464" y="48358"/>
                      <a:pt x="202241" y="52292"/>
                    </a:cubicBezTo>
                    <a:cubicBezTo>
                      <a:pt x="208846" y="55702"/>
                      <a:pt x="214501" y="60712"/>
                      <a:pt x="218682" y="66865"/>
                    </a:cubicBezTo>
                    <a:cubicBezTo>
                      <a:pt x="221438" y="71333"/>
                      <a:pt x="222294" y="76714"/>
                      <a:pt x="221058" y="81820"/>
                    </a:cubicBezTo>
                    <a:cubicBezTo>
                      <a:pt x="219442" y="87449"/>
                      <a:pt x="216363" y="92545"/>
                      <a:pt x="212125" y="96583"/>
                    </a:cubicBezTo>
                    <a:cubicBezTo>
                      <a:pt x="206869" y="101851"/>
                      <a:pt x="200996" y="106451"/>
                      <a:pt x="194638" y="110299"/>
                    </a:cubicBezTo>
                    <a:lnTo>
                      <a:pt x="218967" y="124396"/>
                    </a:lnTo>
                    <a:lnTo>
                      <a:pt x="205757" y="132112"/>
                    </a:lnTo>
                    <a:lnTo>
                      <a:pt x="181427" y="117538"/>
                    </a:lnTo>
                    <a:cubicBezTo>
                      <a:pt x="169728" y="123301"/>
                      <a:pt x="157506" y="127930"/>
                      <a:pt x="144933" y="131350"/>
                    </a:cubicBezTo>
                    <a:cubicBezTo>
                      <a:pt x="131760" y="134950"/>
                      <a:pt x="118313" y="137465"/>
                      <a:pt x="104732" y="138874"/>
                    </a:cubicBezTo>
                    <a:lnTo>
                      <a:pt x="91997" y="115824"/>
                    </a:lnTo>
                    <a:cubicBezTo>
                      <a:pt x="95561" y="115729"/>
                      <a:pt x="99115" y="115443"/>
                      <a:pt x="102641" y="114967"/>
                    </a:cubicBezTo>
                    <a:cubicBezTo>
                      <a:pt x="108039" y="114367"/>
                      <a:pt x="113399" y="113471"/>
                      <a:pt x="118702" y="112300"/>
                    </a:cubicBezTo>
                    <a:cubicBezTo>
                      <a:pt x="124595" y="110966"/>
                      <a:pt x="130772" y="109347"/>
                      <a:pt x="137710" y="107442"/>
                    </a:cubicBezTo>
                    <a:cubicBezTo>
                      <a:pt x="144229" y="105651"/>
                      <a:pt x="150578" y="103327"/>
                      <a:pt x="156717" y="100489"/>
                    </a:cubicBezTo>
                    <a:lnTo>
                      <a:pt x="118702" y="78486"/>
                    </a:lnTo>
                    <a:lnTo>
                      <a:pt x="113760" y="80296"/>
                    </a:lnTo>
                    <a:lnTo>
                      <a:pt x="108533" y="81820"/>
                    </a:lnTo>
                    <a:cubicBezTo>
                      <a:pt x="99029" y="84963"/>
                      <a:pt x="90191" y="87439"/>
                      <a:pt x="82208" y="89249"/>
                    </a:cubicBezTo>
                    <a:cubicBezTo>
                      <a:pt x="74842" y="90954"/>
                      <a:pt x="67334" y="91973"/>
                      <a:pt x="59779" y="92297"/>
                    </a:cubicBezTo>
                    <a:cubicBezTo>
                      <a:pt x="53136" y="92497"/>
                      <a:pt x="46493" y="91859"/>
                      <a:pt x="40011" y="90392"/>
                    </a:cubicBezTo>
                    <a:cubicBezTo>
                      <a:pt x="33586" y="88859"/>
                      <a:pt x="27428" y="86354"/>
                      <a:pt x="21764" y="82963"/>
                    </a:cubicBezTo>
                    <a:cubicBezTo>
                      <a:pt x="15463" y="79724"/>
                      <a:pt x="9998" y="75057"/>
                      <a:pt x="5797" y="69342"/>
                    </a:cubicBezTo>
                    <a:cubicBezTo>
                      <a:pt x="2737" y="65056"/>
                      <a:pt x="1226" y="59845"/>
                      <a:pt x="1521" y="54578"/>
                    </a:cubicBezTo>
                    <a:cubicBezTo>
                      <a:pt x="2091" y="49111"/>
                      <a:pt x="4277" y="43939"/>
                      <a:pt x="7793" y="39719"/>
                    </a:cubicBezTo>
                    <a:cubicBezTo>
                      <a:pt x="12203" y="34252"/>
                      <a:pt x="17430" y="29499"/>
                      <a:pt x="23284" y="25622"/>
                    </a:cubicBezTo>
                    <a:lnTo>
                      <a:pt x="0" y="12763"/>
                    </a:lnTo>
                    <a:lnTo>
                      <a:pt x="13210" y="5144"/>
                    </a:lnTo>
                    <a:lnTo>
                      <a:pt x="35544" y="18002"/>
                    </a:lnTo>
                    <a:cubicBezTo>
                      <a:pt x="46017" y="12821"/>
                      <a:pt x="57004" y="8763"/>
                      <a:pt x="68332" y="5905"/>
                    </a:cubicBezTo>
                    <a:cubicBezTo>
                      <a:pt x="79119" y="3191"/>
                      <a:pt x="90067" y="1219"/>
                      <a:pt x="101120" y="0"/>
                    </a:cubicBezTo>
                    <a:close/>
                    <a:moveTo>
                      <a:pt x="47519" y="62008"/>
                    </a:moveTo>
                    <a:cubicBezTo>
                      <a:pt x="52547" y="64932"/>
                      <a:pt x="58363" y="66199"/>
                      <a:pt x="64151" y="65627"/>
                    </a:cubicBezTo>
                    <a:cubicBezTo>
                      <a:pt x="71887" y="64770"/>
                      <a:pt x="79509" y="63037"/>
                      <a:pt x="86865" y="60484"/>
                    </a:cubicBezTo>
                    <a:lnTo>
                      <a:pt x="51130" y="39814"/>
                    </a:lnTo>
                    <a:cubicBezTo>
                      <a:pt x="38015" y="48387"/>
                      <a:pt x="36808" y="55788"/>
                      <a:pt x="47519" y="62008"/>
                    </a:cubicBezTo>
                    <a:close/>
                    <a:moveTo>
                      <a:pt x="172969" y="72485"/>
                    </a:moveTo>
                    <a:cubicBezTo>
                      <a:pt x="167514" y="69513"/>
                      <a:pt x="161241" y="68409"/>
                      <a:pt x="155102" y="69342"/>
                    </a:cubicBezTo>
                    <a:cubicBezTo>
                      <a:pt x="146663" y="70428"/>
                      <a:pt x="138328" y="72247"/>
                      <a:pt x="130202" y="74771"/>
                    </a:cubicBezTo>
                    <a:lnTo>
                      <a:pt x="165746" y="95345"/>
                    </a:lnTo>
                    <a:cubicBezTo>
                      <a:pt x="180572" y="86106"/>
                      <a:pt x="183328" y="78486"/>
                      <a:pt x="172969" y="7248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4474;p48">
              <a:extLst>
                <a:ext uri="{FF2B5EF4-FFF2-40B4-BE49-F238E27FC236}">
                  <a16:creationId xmlns:a16="http://schemas.microsoft.com/office/drawing/2014/main" id="{959772AE-A51B-9E6D-2DE9-464578DBBE6F}"/>
                </a:ext>
              </a:extLst>
            </p:cNvPr>
            <p:cNvGrpSpPr/>
            <p:nvPr/>
          </p:nvGrpSpPr>
          <p:grpSpPr>
            <a:xfrm>
              <a:off x="2181300" y="4477454"/>
              <a:ext cx="746806" cy="516445"/>
              <a:chOff x="3962400" y="5293804"/>
              <a:chExt cx="746806" cy="516445"/>
            </a:xfrm>
          </p:grpSpPr>
          <p:sp>
            <p:nvSpPr>
              <p:cNvPr id="449" name="Google Shape;4475;p48">
                <a:extLst>
                  <a:ext uri="{FF2B5EF4-FFF2-40B4-BE49-F238E27FC236}">
                    <a16:creationId xmlns:a16="http://schemas.microsoft.com/office/drawing/2014/main" id="{B83917B8-9ADA-605E-A757-9F033E7494A3}"/>
                  </a:ext>
                </a:extLst>
              </p:cNvPr>
              <p:cNvSpPr/>
              <p:nvPr/>
            </p:nvSpPr>
            <p:spPr>
              <a:xfrm>
                <a:off x="3962400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476;p48">
                <a:extLst>
                  <a:ext uri="{FF2B5EF4-FFF2-40B4-BE49-F238E27FC236}">
                    <a16:creationId xmlns:a16="http://schemas.microsoft.com/office/drawing/2014/main" id="{1A928C1D-7E4A-F2F4-CD77-BADD7B8AA328}"/>
                  </a:ext>
                </a:extLst>
              </p:cNvPr>
              <p:cNvSpPr/>
              <p:nvPr/>
            </p:nvSpPr>
            <p:spPr>
              <a:xfrm>
                <a:off x="4044607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477;p48">
                <a:extLst>
                  <a:ext uri="{FF2B5EF4-FFF2-40B4-BE49-F238E27FC236}">
                    <a16:creationId xmlns:a16="http://schemas.microsoft.com/office/drawing/2014/main" id="{B79EF054-AEF9-B994-AAA7-F0DB8B9E5E0D}"/>
                  </a:ext>
                </a:extLst>
              </p:cNvPr>
              <p:cNvSpPr/>
              <p:nvPr/>
            </p:nvSpPr>
            <p:spPr>
              <a:xfrm>
                <a:off x="4044702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478;p48">
                <a:extLst>
                  <a:ext uri="{FF2B5EF4-FFF2-40B4-BE49-F238E27FC236}">
                    <a16:creationId xmlns:a16="http://schemas.microsoft.com/office/drawing/2014/main" id="{8C897EB8-DA42-277C-C1C0-3B354BC05A68}"/>
                  </a:ext>
                </a:extLst>
              </p:cNvPr>
              <p:cNvSpPr/>
              <p:nvPr/>
            </p:nvSpPr>
            <p:spPr>
              <a:xfrm>
                <a:off x="4659217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479;p48">
                <a:extLst>
                  <a:ext uri="{FF2B5EF4-FFF2-40B4-BE49-F238E27FC236}">
                    <a16:creationId xmlns:a16="http://schemas.microsoft.com/office/drawing/2014/main" id="{43A9C8C0-53FC-220B-073F-5FD37B6719CF}"/>
                  </a:ext>
                </a:extLst>
              </p:cNvPr>
              <p:cNvSpPr/>
              <p:nvPr/>
            </p:nvSpPr>
            <p:spPr>
              <a:xfrm>
                <a:off x="4044607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480;p48">
                <a:extLst>
                  <a:ext uri="{FF2B5EF4-FFF2-40B4-BE49-F238E27FC236}">
                    <a16:creationId xmlns:a16="http://schemas.microsoft.com/office/drawing/2014/main" id="{34639D76-2578-D065-CEF9-3364D3FF9818}"/>
                  </a:ext>
                </a:extLst>
              </p:cNvPr>
              <p:cNvSpPr/>
              <p:nvPr/>
            </p:nvSpPr>
            <p:spPr>
              <a:xfrm>
                <a:off x="4139107" y="5346215"/>
                <a:ext cx="475657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57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05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481;p48">
                <a:extLst>
                  <a:ext uri="{FF2B5EF4-FFF2-40B4-BE49-F238E27FC236}">
                    <a16:creationId xmlns:a16="http://schemas.microsoft.com/office/drawing/2014/main" id="{54B89BBB-B534-4B9B-0D2D-BBF451D019A8}"/>
                  </a:ext>
                </a:extLst>
              </p:cNvPr>
              <p:cNvSpPr/>
              <p:nvPr/>
            </p:nvSpPr>
            <p:spPr>
              <a:xfrm>
                <a:off x="4139550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5" y="193715"/>
                      <a:pt x="3326" y="161806"/>
                      <a:pt x="0" y="129421"/>
                    </a:cubicBezTo>
                    <a:cubicBezTo>
                      <a:pt x="3326" y="97036"/>
                      <a:pt x="26325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482;p48">
                <a:extLst>
                  <a:ext uri="{FF2B5EF4-FFF2-40B4-BE49-F238E27FC236}">
                    <a16:creationId xmlns:a16="http://schemas.microsoft.com/office/drawing/2014/main" id="{318EB6C0-D7D2-16EF-3CC3-437077FC1202}"/>
                  </a:ext>
                </a:extLst>
              </p:cNvPr>
              <p:cNvSpPr/>
              <p:nvPr/>
            </p:nvSpPr>
            <p:spPr>
              <a:xfrm>
                <a:off x="4261389" y="5424963"/>
                <a:ext cx="221102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1102" h="138970" extrusionOk="0">
                    <a:moveTo>
                      <a:pt x="112050" y="22098"/>
                    </a:moveTo>
                    <a:cubicBezTo>
                      <a:pt x="109122" y="22060"/>
                      <a:pt x="106194" y="22279"/>
                      <a:pt x="103306" y="22765"/>
                    </a:cubicBezTo>
                    <a:cubicBezTo>
                      <a:pt x="99410" y="23336"/>
                      <a:pt x="95038" y="24098"/>
                      <a:pt x="90191" y="25146"/>
                    </a:cubicBezTo>
                    <a:cubicBezTo>
                      <a:pt x="85344" y="26194"/>
                      <a:pt x="80687" y="27432"/>
                      <a:pt x="75080" y="29051"/>
                    </a:cubicBezTo>
                    <a:cubicBezTo>
                      <a:pt x="69967" y="30566"/>
                      <a:pt x="64977" y="32480"/>
                      <a:pt x="60159" y="34766"/>
                    </a:cubicBezTo>
                    <a:lnTo>
                      <a:pt x="98174" y="56864"/>
                    </a:lnTo>
                    <a:lnTo>
                      <a:pt x="105017" y="54388"/>
                    </a:lnTo>
                    <a:cubicBezTo>
                      <a:pt x="114521" y="51149"/>
                      <a:pt x="124024" y="48387"/>
                      <a:pt x="132483" y="46196"/>
                    </a:cubicBezTo>
                    <a:cubicBezTo>
                      <a:pt x="140574" y="44120"/>
                      <a:pt x="148851" y="42844"/>
                      <a:pt x="157193" y="42386"/>
                    </a:cubicBezTo>
                    <a:cubicBezTo>
                      <a:pt x="164798" y="41881"/>
                      <a:pt x="172437" y="42386"/>
                      <a:pt x="179907" y="43910"/>
                    </a:cubicBezTo>
                    <a:cubicBezTo>
                      <a:pt x="187570" y="45539"/>
                      <a:pt x="194919" y="48406"/>
                      <a:pt x="201670" y="52388"/>
                    </a:cubicBezTo>
                    <a:cubicBezTo>
                      <a:pt x="208292" y="55731"/>
                      <a:pt x="213951" y="60713"/>
                      <a:pt x="218112" y="66866"/>
                    </a:cubicBezTo>
                    <a:cubicBezTo>
                      <a:pt x="220891" y="71323"/>
                      <a:pt x="221780" y="76705"/>
                      <a:pt x="220583" y="81820"/>
                    </a:cubicBezTo>
                    <a:cubicBezTo>
                      <a:pt x="218785" y="87506"/>
                      <a:pt x="215504" y="92602"/>
                      <a:pt x="211079" y="96584"/>
                    </a:cubicBezTo>
                    <a:cubicBezTo>
                      <a:pt x="205885" y="101898"/>
                      <a:pt x="200041" y="106547"/>
                      <a:pt x="193687" y="110395"/>
                    </a:cubicBezTo>
                    <a:lnTo>
                      <a:pt x="217922" y="124492"/>
                    </a:lnTo>
                    <a:lnTo>
                      <a:pt x="204712" y="132112"/>
                    </a:lnTo>
                    <a:lnTo>
                      <a:pt x="180952" y="117634"/>
                    </a:lnTo>
                    <a:cubicBezTo>
                      <a:pt x="169319" y="123463"/>
                      <a:pt x="157122" y="128092"/>
                      <a:pt x="144553" y="131445"/>
                    </a:cubicBezTo>
                    <a:cubicBezTo>
                      <a:pt x="131396" y="135112"/>
                      <a:pt x="117944" y="137636"/>
                      <a:pt x="104352" y="138970"/>
                    </a:cubicBezTo>
                    <a:lnTo>
                      <a:pt x="91521" y="116015"/>
                    </a:lnTo>
                    <a:cubicBezTo>
                      <a:pt x="95114" y="115919"/>
                      <a:pt x="98699" y="115634"/>
                      <a:pt x="102261" y="115158"/>
                    </a:cubicBezTo>
                    <a:cubicBezTo>
                      <a:pt x="107627" y="114510"/>
                      <a:pt x="112956" y="113586"/>
                      <a:pt x="118227" y="112395"/>
                    </a:cubicBezTo>
                    <a:cubicBezTo>
                      <a:pt x="124119" y="111157"/>
                      <a:pt x="130392" y="109538"/>
                      <a:pt x="137235" y="107633"/>
                    </a:cubicBezTo>
                    <a:cubicBezTo>
                      <a:pt x="143743" y="105823"/>
                      <a:pt x="150098" y="103489"/>
                      <a:pt x="156242" y="100679"/>
                    </a:cubicBezTo>
                    <a:lnTo>
                      <a:pt x="118227" y="78677"/>
                    </a:lnTo>
                    <a:cubicBezTo>
                      <a:pt x="116611" y="79248"/>
                      <a:pt x="114996" y="79915"/>
                      <a:pt x="113285" y="80391"/>
                    </a:cubicBezTo>
                    <a:lnTo>
                      <a:pt x="108058" y="82010"/>
                    </a:lnTo>
                    <a:cubicBezTo>
                      <a:pt x="98554" y="85154"/>
                      <a:pt x="89716" y="87630"/>
                      <a:pt x="81828" y="89440"/>
                    </a:cubicBezTo>
                    <a:cubicBezTo>
                      <a:pt x="74465" y="91154"/>
                      <a:pt x="66953" y="92145"/>
                      <a:pt x="59399" y="92393"/>
                    </a:cubicBezTo>
                    <a:cubicBezTo>
                      <a:pt x="52758" y="92678"/>
                      <a:pt x="46110" y="92069"/>
                      <a:pt x="39631" y="90583"/>
                    </a:cubicBezTo>
                    <a:cubicBezTo>
                      <a:pt x="33176" y="89059"/>
                      <a:pt x="26991" y="86554"/>
                      <a:pt x="21288" y="83153"/>
                    </a:cubicBezTo>
                    <a:cubicBezTo>
                      <a:pt x="14928" y="79924"/>
                      <a:pt x="9398" y="75257"/>
                      <a:pt x="5132" y="69533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28" y="49273"/>
                      <a:pt x="3511" y="44063"/>
                      <a:pt x="7033" y="39815"/>
                    </a:cubicBezTo>
                    <a:cubicBezTo>
                      <a:pt x="11446" y="34376"/>
                      <a:pt x="16672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37" y="3143"/>
                      <a:pt x="90126" y="1172"/>
                      <a:pt x="101215" y="0"/>
                    </a:cubicBezTo>
                    <a:close/>
                    <a:moveTo>
                      <a:pt x="47139" y="62198"/>
                    </a:moveTo>
                    <a:cubicBezTo>
                      <a:pt x="52133" y="65122"/>
                      <a:pt x="57921" y="66389"/>
                      <a:pt x="63675" y="65818"/>
                    </a:cubicBezTo>
                    <a:cubicBezTo>
                      <a:pt x="71401" y="64875"/>
                      <a:pt x="79011" y="63151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5979"/>
                      <a:pt x="47139" y="62198"/>
                    </a:cubicBezTo>
                    <a:close/>
                    <a:moveTo>
                      <a:pt x="172589" y="72676"/>
                    </a:moveTo>
                    <a:cubicBezTo>
                      <a:pt x="167122" y="69742"/>
                      <a:pt x="160859" y="68637"/>
                      <a:pt x="154722" y="69533"/>
                    </a:cubicBezTo>
                    <a:cubicBezTo>
                      <a:pt x="146250" y="70618"/>
                      <a:pt x="137887" y="72438"/>
                      <a:pt x="129727" y="74962"/>
                    </a:cubicBezTo>
                    <a:lnTo>
                      <a:pt x="165271" y="95536"/>
                    </a:lnTo>
                    <a:cubicBezTo>
                      <a:pt x="180477" y="86296"/>
                      <a:pt x="182853" y="78677"/>
                      <a:pt x="17258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483;p48">
                <a:extLst>
                  <a:ext uri="{FF2B5EF4-FFF2-40B4-BE49-F238E27FC236}">
                    <a16:creationId xmlns:a16="http://schemas.microsoft.com/office/drawing/2014/main" id="{F9824AA8-E769-33F7-0068-601E16D8AE9C}"/>
                  </a:ext>
                </a:extLst>
              </p:cNvPr>
              <p:cNvSpPr/>
              <p:nvPr/>
            </p:nvSpPr>
            <p:spPr>
              <a:xfrm>
                <a:off x="4352910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484;p48">
                <a:extLst>
                  <a:ext uri="{FF2B5EF4-FFF2-40B4-BE49-F238E27FC236}">
                    <a16:creationId xmlns:a16="http://schemas.microsoft.com/office/drawing/2014/main" id="{C08FC5AC-0F1D-37C6-AC1A-8377A48765DA}"/>
                  </a:ext>
                </a:extLst>
              </p:cNvPr>
              <p:cNvSpPr/>
              <p:nvPr/>
            </p:nvSpPr>
            <p:spPr>
              <a:xfrm>
                <a:off x="4448518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3" y="12954"/>
                    </a:moveTo>
                    <a:lnTo>
                      <a:pt x="31553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3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485;p48">
                <a:extLst>
                  <a:ext uri="{FF2B5EF4-FFF2-40B4-BE49-F238E27FC236}">
                    <a16:creationId xmlns:a16="http://schemas.microsoft.com/office/drawing/2014/main" id="{1EC3D158-35B1-4C79-5F76-6E33C01FD4BB}"/>
                  </a:ext>
                </a:extLst>
              </p:cNvPr>
              <p:cNvSpPr/>
              <p:nvPr/>
            </p:nvSpPr>
            <p:spPr>
              <a:xfrm>
                <a:off x="4459162" y="5488685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3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486;p48">
                <a:extLst>
                  <a:ext uri="{FF2B5EF4-FFF2-40B4-BE49-F238E27FC236}">
                    <a16:creationId xmlns:a16="http://schemas.microsoft.com/office/drawing/2014/main" id="{3DFA7912-343F-E3A9-2359-D122650CD5AF}"/>
                  </a:ext>
                </a:extLst>
              </p:cNvPr>
              <p:cNvSpPr/>
              <p:nvPr/>
            </p:nvSpPr>
            <p:spPr>
              <a:xfrm>
                <a:off x="4384748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487;p48">
                <a:extLst>
                  <a:ext uri="{FF2B5EF4-FFF2-40B4-BE49-F238E27FC236}">
                    <a16:creationId xmlns:a16="http://schemas.microsoft.com/office/drawing/2014/main" id="{2011DD79-DF5C-EC12-E3E1-314658CC8B6B}"/>
                  </a:ext>
                </a:extLst>
              </p:cNvPr>
              <p:cNvSpPr/>
              <p:nvPr/>
            </p:nvSpPr>
            <p:spPr>
              <a:xfrm>
                <a:off x="4312139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0" y="14135"/>
                      <a:pt x="32258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488;p48">
                <a:extLst>
                  <a:ext uri="{FF2B5EF4-FFF2-40B4-BE49-F238E27FC236}">
                    <a16:creationId xmlns:a16="http://schemas.microsoft.com/office/drawing/2014/main" id="{023699C3-CB0A-75B5-ACB5-B8F2E10B3100}"/>
                  </a:ext>
                </a:extLst>
              </p:cNvPr>
              <p:cNvSpPr/>
              <p:nvPr/>
            </p:nvSpPr>
            <p:spPr>
              <a:xfrm>
                <a:off x="4352910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489;p48">
                <a:extLst>
                  <a:ext uri="{FF2B5EF4-FFF2-40B4-BE49-F238E27FC236}">
                    <a16:creationId xmlns:a16="http://schemas.microsoft.com/office/drawing/2014/main" id="{11CA354E-0CD3-DAB5-CA34-A63E5C8F7708}"/>
                  </a:ext>
                </a:extLst>
              </p:cNvPr>
              <p:cNvSpPr/>
              <p:nvPr/>
            </p:nvSpPr>
            <p:spPr>
              <a:xfrm>
                <a:off x="4261008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490;p48">
                <a:extLst>
                  <a:ext uri="{FF2B5EF4-FFF2-40B4-BE49-F238E27FC236}">
                    <a16:creationId xmlns:a16="http://schemas.microsoft.com/office/drawing/2014/main" id="{E11060B0-204E-84E5-31FD-905FD484A409}"/>
                  </a:ext>
                </a:extLst>
              </p:cNvPr>
              <p:cNvSpPr/>
              <p:nvPr/>
            </p:nvSpPr>
            <p:spPr>
              <a:xfrm>
                <a:off x="4261769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491;p48">
                <a:extLst>
                  <a:ext uri="{FF2B5EF4-FFF2-40B4-BE49-F238E27FC236}">
                    <a16:creationId xmlns:a16="http://schemas.microsoft.com/office/drawing/2014/main" id="{4168974A-0E6A-D794-47E7-1EE181247895}"/>
                  </a:ext>
                </a:extLst>
              </p:cNvPr>
              <p:cNvSpPr/>
              <p:nvPr/>
            </p:nvSpPr>
            <p:spPr>
              <a:xfrm>
                <a:off x="4261389" y="5412009"/>
                <a:ext cx="22119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197" h="139065" extrusionOk="0">
                    <a:moveTo>
                      <a:pt x="112050" y="22098"/>
                    </a:moveTo>
                    <a:cubicBezTo>
                      <a:pt x="109119" y="22098"/>
                      <a:pt x="106193" y="22355"/>
                      <a:pt x="103306" y="22860"/>
                    </a:cubicBezTo>
                    <a:cubicBezTo>
                      <a:pt x="99441" y="23431"/>
                      <a:pt x="95069" y="24194"/>
                      <a:pt x="90191" y="25146"/>
                    </a:cubicBezTo>
                    <a:cubicBezTo>
                      <a:pt x="85344" y="26194"/>
                      <a:pt x="80687" y="27527"/>
                      <a:pt x="75080" y="29051"/>
                    </a:cubicBezTo>
                    <a:cubicBezTo>
                      <a:pt x="69981" y="30613"/>
                      <a:pt x="64995" y="32518"/>
                      <a:pt x="60159" y="34766"/>
                    </a:cubicBezTo>
                    <a:lnTo>
                      <a:pt x="98174" y="56864"/>
                    </a:lnTo>
                    <a:lnTo>
                      <a:pt x="105017" y="54483"/>
                    </a:lnTo>
                    <a:cubicBezTo>
                      <a:pt x="114521" y="51245"/>
                      <a:pt x="124024" y="48482"/>
                      <a:pt x="132483" y="46196"/>
                    </a:cubicBezTo>
                    <a:cubicBezTo>
                      <a:pt x="140606" y="44063"/>
                      <a:pt x="148910" y="42691"/>
                      <a:pt x="157288" y="42100"/>
                    </a:cubicBezTo>
                    <a:cubicBezTo>
                      <a:pt x="164893" y="41643"/>
                      <a:pt x="172525" y="42158"/>
                      <a:pt x="180002" y="43624"/>
                    </a:cubicBezTo>
                    <a:cubicBezTo>
                      <a:pt x="187668" y="45291"/>
                      <a:pt x="195018" y="48187"/>
                      <a:pt x="201765" y="52197"/>
                    </a:cubicBezTo>
                    <a:cubicBezTo>
                      <a:pt x="208387" y="55540"/>
                      <a:pt x="214046" y="60522"/>
                      <a:pt x="218207" y="66675"/>
                    </a:cubicBezTo>
                    <a:cubicBezTo>
                      <a:pt x="220986" y="71133"/>
                      <a:pt x="221875" y="76514"/>
                      <a:pt x="220678" y="81629"/>
                    </a:cubicBezTo>
                    <a:cubicBezTo>
                      <a:pt x="218855" y="87297"/>
                      <a:pt x="215578" y="92393"/>
                      <a:pt x="211174" y="96393"/>
                    </a:cubicBezTo>
                    <a:cubicBezTo>
                      <a:pt x="205956" y="101689"/>
                      <a:pt x="200116" y="106318"/>
                      <a:pt x="193782" y="110204"/>
                    </a:cubicBezTo>
                    <a:lnTo>
                      <a:pt x="218017" y="124206"/>
                    </a:lnTo>
                    <a:lnTo>
                      <a:pt x="204807" y="131921"/>
                    </a:lnTo>
                    <a:lnTo>
                      <a:pt x="180287" y="117729"/>
                    </a:lnTo>
                    <a:cubicBezTo>
                      <a:pt x="168831" y="123434"/>
                      <a:pt x="156868" y="128064"/>
                      <a:pt x="144553" y="131540"/>
                    </a:cubicBezTo>
                    <a:cubicBezTo>
                      <a:pt x="131385" y="135169"/>
                      <a:pt x="117937" y="137684"/>
                      <a:pt x="104352" y="139065"/>
                    </a:cubicBezTo>
                    <a:lnTo>
                      <a:pt x="91521" y="116014"/>
                    </a:lnTo>
                    <a:cubicBezTo>
                      <a:pt x="95113" y="115967"/>
                      <a:pt x="98698" y="115710"/>
                      <a:pt x="102261" y="115253"/>
                    </a:cubicBezTo>
                    <a:cubicBezTo>
                      <a:pt x="107013" y="114681"/>
                      <a:pt x="112335" y="113729"/>
                      <a:pt x="118227" y="112490"/>
                    </a:cubicBezTo>
                    <a:cubicBezTo>
                      <a:pt x="124119" y="111252"/>
                      <a:pt x="130392" y="109633"/>
                      <a:pt x="137235" y="107728"/>
                    </a:cubicBezTo>
                    <a:cubicBezTo>
                      <a:pt x="143731" y="105842"/>
                      <a:pt x="150083" y="103479"/>
                      <a:pt x="156242" y="100679"/>
                    </a:cubicBezTo>
                    <a:lnTo>
                      <a:pt x="118227" y="78772"/>
                    </a:lnTo>
                    <a:lnTo>
                      <a:pt x="113285" y="80486"/>
                    </a:lnTo>
                    <a:lnTo>
                      <a:pt x="108058" y="82105"/>
                    </a:lnTo>
                    <a:cubicBezTo>
                      <a:pt x="99447" y="85001"/>
                      <a:pt x="90692" y="87449"/>
                      <a:pt x="81828" y="89440"/>
                    </a:cubicBezTo>
                    <a:cubicBezTo>
                      <a:pt x="74467" y="91183"/>
                      <a:pt x="66956" y="92202"/>
                      <a:pt x="59399" y="92488"/>
                    </a:cubicBezTo>
                    <a:cubicBezTo>
                      <a:pt x="52754" y="92745"/>
                      <a:pt x="46105" y="92107"/>
                      <a:pt x="39631" y="90583"/>
                    </a:cubicBezTo>
                    <a:cubicBezTo>
                      <a:pt x="33193" y="89049"/>
                      <a:pt x="27013" y="86573"/>
                      <a:pt x="21288" y="83248"/>
                    </a:cubicBezTo>
                    <a:cubicBezTo>
                      <a:pt x="14922" y="79981"/>
                      <a:pt x="9393" y="75286"/>
                      <a:pt x="5132" y="69532"/>
                    </a:cubicBezTo>
                    <a:cubicBezTo>
                      <a:pt x="2001" y="65275"/>
                      <a:pt x="454" y="60055"/>
                      <a:pt x="760" y="54769"/>
                    </a:cubicBezTo>
                    <a:cubicBezTo>
                      <a:pt x="1351" y="49311"/>
                      <a:pt x="3533" y="44139"/>
                      <a:pt x="7033" y="39910"/>
                    </a:cubicBezTo>
                    <a:cubicBezTo>
                      <a:pt x="11467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45" y="3258"/>
                      <a:pt x="90131" y="1248"/>
                      <a:pt x="101215" y="0"/>
                    </a:cubicBezTo>
                    <a:close/>
                    <a:moveTo>
                      <a:pt x="47139" y="62294"/>
                    </a:moveTo>
                    <a:cubicBezTo>
                      <a:pt x="52142" y="65189"/>
                      <a:pt x="57930" y="66418"/>
                      <a:pt x="63675" y="65818"/>
                    </a:cubicBezTo>
                    <a:cubicBezTo>
                      <a:pt x="71416" y="64970"/>
                      <a:pt x="79036" y="63246"/>
                      <a:pt x="86389" y="60674"/>
                    </a:cubicBezTo>
                    <a:lnTo>
                      <a:pt x="50655" y="40005"/>
                    </a:lnTo>
                    <a:cubicBezTo>
                      <a:pt x="37540" y="48578"/>
                      <a:pt x="36368" y="56007"/>
                      <a:pt x="47139" y="62294"/>
                    </a:cubicBezTo>
                    <a:close/>
                    <a:moveTo>
                      <a:pt x="172589" y="72771"/>
                    </a:moveTo>
                    <a:cubicBezTo>
                      <a:pt x="167144" y="69771"/>
                      <a:pt x="160871" y="68628"/>
                      <a:pt x="154722" y="69532"/>
                    </a:cubicBezTo>
                    <a:cubicBezTo>
                      <a:pt x="146240" y="70609"/>
                      <a:pt x="137873" y="72457"/>
                      <a:pt x="129727" y="75057"/>
                    </a:cubicBezTo>
                    <a:lnTo>
                      <a:pt x="165271" y="95631"/>
                    </a:lnTo>
                    <a:cubicBezTo>
                      <a:pt x="180477" y="86296"/>
                      <a:pt x="182853" y="78677"/>
                      <a:pt x="17258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4" name="Google Shape;4492;p48">
              <a:extLst>
                <a:ext uri="{FF2B5EF4-FFF2-40B4-BE49-F238E27FC236}">
                  <a16:creationId xmlns:a16="http://schemas.microsoft.com/office/drawing/2014/main" id="{378F76F3-8ACF-3AE4-6DB0-D54AA92BB95B}"/>
                </a:ext>
              </a:extLst>
            </p:cNvPr>
            <p:cNvGrpSpPr/>
            <p:nvPr/>
          </p:nvGrpSpPr>
          <p:grpSpPr>
            <a:xfrm>
              <a:off x="2290688" y="4374965"/>
              <a:ext cx="664599" cy="467010"/>
              <a:chOff x="4071788" y="5191315"/>
              <a:chExt cx="664599" cy="467010"/>
            </a:xfrm>
          </p:grpSpPr>
          <p:sp>
            <p:nvSpPr>
              <p:cNvPr id="433" name="Google Shape;4493;p48">
                <a:extLst>
                  <a:ext uri="{FF2B5EF4-FFF2-40B4-BE49-F238E27FC236}">
                    <a16:creationId xmlns:a16="http://schemas.microsoft.com/office/drawing/2014/main" id="{98D9A90B-D706-8C69-440D-EF77F6000A47}"/>
                  </a:ext>
                </a:extLst>
              </p:cNvPr>
              <p:cNvSpPr/>
              <p:nvPr/>
            </p:nvSpPr>
            <p:spPr>
              <a:xfrm>
                <a:off x="4071788" y="5273706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494;p48">
                <a:extLst>
                  <a:ext uri="{FF2B5EF4-FFF2-40B4-BE49-F238E27FC236}">
                    <a16:creationId xmlns:a16="http://schemas.microsoft.com/office/drawing/2014/main" id="{B08E0C14-D4B2-CC5B-7161-37DD985F1F5C}"/>
                  </a:ext>
                </a:extLst>
              </p:cNvPr>
              <p:cNvSpPr/>
              <p:nvPr/>
            </p:nvSpPr>
            <p:spPr>
              <a:xfrm>
                <a:off x="4071883" y="5381339"/>
                <a:ext cx="65671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30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495;p48">
                <a:extLst>
                  <a:ext uri="{FF2B5EF4-FFF2-40B4-BE49-F238E27FC236}">
                    <a16:creationId xmlns:a16="http://schemas.microsoft.com/office/drawing/2014/main" id="{0BD94900-D09C-D602-F01E-578B56028130}"/>
                  </a:ext>
                </a:extLst>
              </p:cNvPr>
              <p:cNvSpPr/>
              <p:nvPr/>
            </p:nvSpPr>
            <p:spPr>
              <a:xfrm>
                <a:off x="4686303" y="5383625"/>
                <a:ext cx="50084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50084" h="118109" extrusionOk="0">
                    <a:moveTo>
                      <a:pt x="50085" y="0"/>
                    </a:moveTo>
                    <a:lnTo>
                      <a:pt x="50085" y="82391"/>
                    </a:lnTo>
                    <a:lnTo>
                      <a:pt x="16442" y="118110"/>
                    </a:lnTo>
                    <a:lnTo>
                      <a:pt x="0" y="23717"/>
                    </a:lnTo>
                    <a:lnTo>
                      <a:pt x="50085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496;p48">
                <a:extLst>
                  <a:ext uri="{FF2B5EF4-FFF2-40B4-BE49-F238E27FC236}">
                    <a16:creationId xmlns:a16="http://schemas.microsoft.com/office/drawing/2014/main" id="{587A58BC-0B72-7E22-CF41-F3AB6F4140E3}"/>
                  </a:ext>
                </a:extLst>
              </p:cNvPr>
              <p:cNvSpPr/>
              <p:nvPr/>
            </p:nvSpPr>
            <p:spPr>
              <a:xfrm>
                <a:off x="4071788" y="519131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19"/>
                      <a:pt x="515750" y="384619"/>
                      <a:pt x="332252" y="384619"/>
                    </a:cubicBezTo>
                    <a:cubicBezTo>
                      <a:pt x="148754" y="384619"/>
                      <a:pt x="0" y="298519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497;p48">
                <a:extLst>
                  <a:ext uri="{FF2B5EF4-FFF2-40B4-BE49-F238E27FC236}">
                    <a16:creationId xmlns:a16="http://schemas.microsoft.com/office/drawing/2014/main" id="{683DCBD3-46FF-82BF-8DEB-D757DC9FC12E}"/>
                  </a:ext>
                </a:extLst>
              </p:cNvPr>
              <p:cNvSpPr/>
              <p:nvPr/>
            </p:nvSpPr>
            <p:spPr>
              <a:xfrm>
                <a:off x="4166288" y="5243631"/>
                <a:ext cx="475673" cy="275343"/>
              </a:xfrm>
              <a:custGeom>
                <a:avLst/>
                <a:gdLst/>
                <a:ahLst/>
                <a:cxnLst/>
                <a:rect l="l" t="t" r="r" b="b"/>
                <a:pathLst>
                  <a:path w="475673" h="275343" extrusionOk="0">
                    <a:moveTo>
                      <a:pt x="475252" y="145899"/>
                    </a:moveTo>
                    <a:cubicBezTo>
                      <a:pt x="471830" y="178284"/>
                      <a:pt x="448831" y="210193"/>
                      <a:pt x="405969" y="235053"/>
                    </a:cubicBezTo>
                    <a:cubicBezTo>
                      <a:pt x="313117" y="288774"/>
                      <a:pt x="162482" y="288774"/>
                      <a:pt x="69535" y="235053"/>
                    </a:cubicBezTo>
                    <a:cubicBezTo>
                      <a:pt x="26768" y="210193"/>
                      <a:pt x="3769" y="177903"/>
                      <a:pt x="443" y="145899"/>
                    </a:cubicBezTo>
                    <a:cubicBezTo>
                      <a:pt x="-3549" y="107799"/>
                      <a:pt x="19450" y="69699"/>
                      <a:pt x="69535" y="40362"/>
                    </a:cubicBezTo>
                    <a:cubicBezTo>
                      <a:pt x="162482" y="-13454"/>
                      <a:pt x="313117" y="-13454"/>
                      <a:pt x="405969" y="40362"/>
                    </a:cubicBezTo>
                    <a:cubicBezTo>
                      <a:pt x="456054" y="69318"/>
                      <a:pt x="479148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498;p48">
                <a:extLst>
                  <a:ext uri="{FF2B5EF4-FFF2-40B4-BE49-F238E27FC236}">
                    <a16:creationId xmlns:a16="http://schemas.microsoft.com/office/drawing/2014/main" id="{75AF7C12-C6E3-685C-E532-07C4111F67D2}"/>
                  </a:ext>
                </a:extLst>
              </p:cNvPr>
              <p:cNvSpPr/>
              <p:nvPr/>
            </p:nvSpPr>
            <p:spPr>
              <a:xfrm>
                <a:off x="4166731" y="5260109"/>
                <a:ext cx="474809" cy="258865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865" extrusionOk="0">
                    <a:moveTo>
                      <a:pt x="474809" y="129421"/>
                    </a:moveTo>
                    <a:cubicBezTo>
                      <a:pt x="471388" y="161806"/>
                      <a:pt x="448389" y="193715"/>
                      <a:pt x="405527" y="218575"/>
                    </a:cubicBezTo>
                    <a:cubicBezTo>
                      <a:pt x="312675" y="272296"/>
                      <a:pt x="162040" y="272296"/>
                      <a:pt x="69093" y="218575"/>
                    </a:cubicBezTo>
                    <a:cubicBezTo>
                      <a:pt x="26325" y="193715"/>
                      <a:pt x="3326" y="161425"/>
                      <a:pt x="0" y="129421"/>
                    </a:cubicBezTo>
                    <a:cubicBezTo>
                      <a:pt x="3326" y="97036"/>
                      <a:pt x="26325" y="65222"/>
                      <a:pt x="69093" y="40362"/>
                    </a:cubicBezTo>
                    <a:cubicBezTo>
                      <a:pt x="162040" y="-13454"/>
                      <a:pt x="312675" y="-13454"/>
                      <a:pt x="405527" y="40362"/>
                    </a:cubicBezTo>
                    <a:cubicBezTo>
                      <a:pt x="448389" y="65222"/>
                      <a:pt x="471388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499;p48">
                <a:extLst>
                  <a:ext uri="{FF2B5EF4-FFF2-40B4-BE49-F238E27FC236}">
                    <a16:creationId xmlns:a16="http://schemas.microsoft.com/office/drawing/2014/main" id="{123E6DE3-4981-8B3B-5AFB-12145C9CCC80}"/>
                  </a:ext>
                </a:extLst>
              </p:cNvPr>
              <p:cNvSpPr/>
              <p:nvPr/>
            </p:nvSpPr>
            <p:spPr>
              <a:xfrm>
                <a:off x="4287999" y="5322379"/>
                <a:ext cx="221706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1706" h="139065" extrusionOk="0">
                    <a:moveTo>
                      <a:pt x="112620" y="22098"/>
                    </a:moveTo>
                    <a:cubicBezTo>
                      <a:pt x="109691" y="22146"/>
                      <a:pt x="106769" y="22403"/>
                      <a:pt x="103876" y="22860"/>
                    </a:cubicBezTo>
                    <a:cubicBezTo>
                      <a:pt x="99980" y="23431"/>
                      <a:pt x="95608" y="24194"/>
                      <a:pt x="90761" y="25241"/>
                    </a:cubicBezTo>
                    <a:cubicBezTo>
                      <a:pt x="85627" y="26280"/>
                      <a:pt x="80552" y="27575"/>
                      <a:pt x="75555" y="29146"/>
                    </a:cubicBezTo>
                    <a:cubicBezTo>
                      <a:pt x="70475" y="30632"/>
                      <a:pt x="65518" y="32509"/>
                      <a:pt x="60729" y="34766"/>
                    </a:cubicBezTo>
                    <a:lnTo>
                      <a:pt x="98744" y="56864"/>
                    </a:lnTo>
                    <a:lnTo>
                      <a:pt x="105587" y="54483"/>
                    </a:lnTo>
                    <a:cubicBezTo>
                      <a:pt x="115091" y="51245"/>
                      <a:pt x="124595" y="48482"/>
                      <a:pt x="133053" y="46196"/>
                    </a:cubicBezTo>
                    <a:cubicBezTo>
                      <a:pt x="141144" y="44063"/>
                      <a:pt x="149417" y="42691"/>
                      <a:pt x="157763" y="42101"/>
                    </a:cubicBezTo>
                    <a:cubicBezTo>
                      <a:pt x="165404" y="41624"/>
                      <a:pt x="173074" y="42167"/>
                      <a:pt x="180572" y="43720"/>
                    </a:cubicBezTo>
                    <a:cubicBezTo>
                      <a:pt x="188218" y="45310"/>
                      <a:pt x="195542" y="48178"/>
                      <a:pt x="202241" y="52197"/>
                    </a:cubicBezTo>
                    <a:cubicBezTo>
                      <a:pt x="208885" y="55550"/>
                      <a:pt x="214575" y="60522"/>
                      <a:pt x="218777" y="66675"/>
                    </a:cubicBezTo>
                    <a:cubicBezTo>
                      <a:pt x="221533" y="71142"/>
                      <a:pt x="222390" y="76524"/>
                      <a:pt x="221153" y="81629"/>
                    </a:cubicBezTo>
                    <a:cubicBezTo>
                      <a:pt x="219541" y="87259"/>
                      <a:pt x="216457" y="92355"/>
                      <a:pt x="212220" y="96393"/>
                    </a:cubicBezTo>
                    <a:cubicBezTo>
                      <a:pt x="206946" y="101660"/>
                      <a:pt x="201077" y="106299"/>
                      <a:pt x="194733" y="110204"/>
                    </a:cubicBezTo>
                    <a:lnTo>
                      <a:pt x="219062" y="124206"/>
                    </a:lnTo>
                    <a:lnTo>
                      <a:pt x="205852" y="131921"/>
                    </a:lnTo>
                    <a:lnTo>
                      <a:pt x="181332" y="117729"/>
                    </a:lnTo>
                    <a:cubicBezTo>
                      <a:pt x="169629" y="123473"/>
                      <a:pt x="157410" y="128102"/>
                      <a:pt x="144838" y="131540"/>
                    </a:cubicBezTo>
                    <a:cubicBezTo>
                      <a:pt x="131674" y="135179"/>
                      <a:pt x="118225" y="137703"/>
                      <a:pt x="104637" y="139065"/>
                    </a:cubicBezTo>
                    <a:lnTo>
                      <a:pt x="92567" y="116396"/>
                    </a:lnTo>
                    <a:cubicBezTo>
                      <a:pt x="96128" y="116300"/>
                      <a:pt x="99680" y="116014"/>
                      <a:pt x="103211" y="115538"/>
                    </a:cubicBezTo>
                    <a:cubicBezTo>
                      <a:pt x="108058" y="114967"/>
                      <a:pt x="113380" y="114014"/>
                      <a:pt x="119273" y="112776"/>
                    </a:cubicBezTo>
                    <a:cubicBezTo>
                      <a:pt x="125165" y="111538"/>
                      <a:pt x="131342" y="109919"/>
                      <a:pt x="138280" y="108013"/>
                    </a:cubicBezTo>
                    <a:cubicBezTo>
                      <a:pt x="144781" y="106175"/>
                      <a:pt x="151135" y="103851"/>
                      <a:pt x="157288" y="101060"/>
                    </a:cubicBezTo>
                    <a:lnTo>
                      <a:pt x="119273" y="79057"/>
                    </a:lnTo>
                    <a:lnTo>
                      <a:pt x="114236" y="80772"/>
                    </a:lnTo>
                    <a:lnTo>
                      <a:pt x="109104" y="82391"/>
                    </a:lnTo>
                    <a:cubicBezTo>
                      <a:pt x="99600" y="85535"/>
                      <a:pt x="90761" y="88011"/>
                      <a:pt x="82778" y="89821"/>
                    </a:cubicBezTo>
                    <a:cubicBezTo>
                      <a:pt x="75409" y="91497"/>
                      <a:pt x="67901" y="92488"/>
                      <a:pt x="60349" y="92773"/>
                    </a:cubicBezTo>
                    <a:cubicBezTo>
                      <a:pt x="53710" y="93002"/>
                      <a:pt x="47068" y="92402"/>
                      <a:pt x="40581" y="90964"/>
                    </a:cubicBezTo>
                    <a:cubicBezTo>
                      <a:pt x="34183" y="89354"/>
                      <a:pt x="28042" y="86849"/>
                      <a:pt x="22334" y="83534"/>
                    </a:cubicBezTo>
                    <a:cubicBezTo>
                      <a:pt x="16043" y="80229"/>
                      <a:pt x="10584" y="75543"/>
                      <a:pt x="6368" y="69818"/>
                    </a:cubicBezTo>
                    <a:cubicBezTo>
                      <a:pt x="3291" y="65532"/>
                      <a:pt x="1781" y="60322"/>
                      <a:pt x="2091" y="55054"/>
                    </a:cubicBezTo>
                    <a:cubicBezTo>
                      <a:pt x="2294" y="49730"/>
                      <a:pt x="4009" y="44577"/>
                      <a:pt x="7033" y="40196"/>
                    </a:cubicBezTo>
                    <a:cubicBezTo>
                      <a:pt x="11467" y="34747"/>
                      <a:pt x="16689" y="29994"/>
                      <a:pt x="22524" y="26098"/>
                    </a:cubicBezTo>
                    <a:lnTo>
                      <a:pt x="0" y="13049"/>
                    </a:lnTo>
                    <a:lnTo>
                      <a:pt x="13210" y="5429"/>
                    </a:lnTo>
                    <a:lnTo>
                      <a:pt x="35544" y="18002"/>
                    </a:lnTo>
                    <a:cubicBezTo>
                      <a:pt x="46019" y="12849"/>
                      <a:pt x="57010" y="8830"/>
                      <a:pt x="68332" y="6001"/>
                    </a:cubicBezTo>
                    <a:cubicBezTo>
                      <a:pt x="79113" y="3258"/>
                      <a:pt x="90067" y="1248"/>
                      <a:pt x="101120" y="0"/>
                    </a:cubicBezTo>
                    <a:close/>
                    <a:moveTo>
                      <a:pt x="47614" y="62294"/>
                    </a:moveTo>
                    <a:cubicBezTo>
                      <a:pt x="52651" y="65189"/>
                      <a:pt x="58470" y="66418"/>
                      <a:pt x="64246" y="65818"/>
                    </a:cubicBezTo>
                    <a:cubicBezTo>
                      <a:pt x="71975" y="64951"/>
                      <a:pt x="79590" y="63265"/>
                      <a:pt x="86960" y="60770"/>
                    </a:cubicBezTo>
                    <a:lnTo>
                      <a:pt x="51225" y="40196"/>
                    </a:lnTo>
                    <a:cubicBezTo>
                      <a:pt x="38110" y="48673"/>
                      <a:pt x="36875" y="56007"/>
                      <a:pt x="47614" y="62294"/>
                    </a:cubicBezTo>
                    <a:close/>
                    <a:moveTo>
                      <a:pt x="173064" y="72771"/>
                    </a:moveTo>
                    <a:cubicBezTo>
                      <a:pt x="167619" y="69771"/>
                      <a:pt x="161346" y="68628"/>
                      <a:pt x="155197" y="69532"/>
                    </a:cubicBezTo>
                    <a:cubicBezTo>
                      <a:pt x="146746" y="70609"/>
                      <a:pt x="138412" y="72457"/>
                      <a:pt x="130297" y="75057"/>
                    </a:cubicBezTo>
                    <a:lnTo>
                      <a:pt x="165841" y="95631"/>
                    </a:lnTo>
                    <a:cubicBezTo>
                      <a:pt x="180952" y="86296"/>
                      <a:pt x="183423" y="78296"/>
                      <a:pt x="173064" y="7277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500;p48">
                <a:extLst>
                  <a:ext uri="{FF2B5EF4-FFF2-40B4-BE49-F238E27FC236}">
                    <a16:creationId xmlns:a16="http://schemas.microsoft.com/office/drawing/2014/main" id="{F83F173A-C2F3-9937-D7DB-1C0ED06043C6}"/>
                  </a:ext>
                </a:extLst>
              </p:cNvPr>
              <p:cNvSpPr/>
              <p:nvPr/>
            </p:nvSpPr>
            <p:spPr>
              <a:xfrm>
                <a:off x="4380566" y="5425821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1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173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501;p48">
                <a:extLst>
                  <a:ext uri="{FF2B5EF4-FFF2-40B4-BE49-F238E27FC236}">
                    <a16:creationId xmlns:a16="http://schemas.microsoft.com/office/drawing/2014/main" id="{761598DA-4BCE-9F7B-3D14-0F8B54DEF79E}"/>
                  </a:ext>
                </a:extLst>
              </p:cNvPr>
              <p:cNvSpPr/>
              <p:nvPr/>
            </p:nvSpPr>
            <p:spPr>
              <a:xfrm>
                <a:off x="4475699" y="5433726"/>
                <a:ext cx="31552" cy="14763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763" extrusionOk="0">
                    <a:moveTo>
                      <a:pt x="31553" y="12859"/>
                    </a:moveTo>
                    <a:lnTo>
                      <a:pt x="31553" y="0"/>
                    </a:lnTo>
                    <a:lnTo>
                      <a:pt x="0" y="2381"/>
                    </a:lnTo>
                    <a:lnTo>
                      <a:pt x="18152" y="14764"/>
                    </a:lnTo>
                    <a:lnTo>
                      <a:pt x="31553" y="1285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502;p48">
                <a:extLst>
                  <a:ext uri="{FF2B5EF4-FFF2-40B4-BE49-F238E27FC236}">
                    <a16:creationId xmlns:a16="http://schemas.microsoft.com/office/drawing/2014/main" id="{E3ABD39D-692D-83C9-75F2-1CF4D385D4C1}"/>
                  </a:ext>
                </a:extLst>
              </p:cNvPr>
              <p:cNvSpPr/>
              <p:nvPr/>
            </p:nvSpPr>
            <p:spPr>
              <a:xfrm>
                <a:off x="4486248" y="5386197"/>
                <a:ext cx="23664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664" h="13049" extrusionOk="0">
                    <a:moveTo>
                      <a:pt x="23664" y="13049"/>
                    </a:moveTo>
                    <a:lnTo>
                      <a:pt x="23664" y="0"/>
                    </a:lnTo>
                    <a:lnTo>
                      <a:pt x="0" y="8572"/>
                    </a:lnTo>
                    <a:lnTo>
                      <a:pt x="23664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503;p48">
                <a:extLst>
                  <a:ext uri="{FF2B5EF4-FFF2-40B4-BE49-F238E27FC236}">
                    <a16:creationId xmlns:a16="http://schemas.microsoft.com/office/drawing/2014/main" id="{4C0F9BD2-36F5-024A-F8F7-26AD6EF8F154}"/>
                  </a:ext>
                </a:extLst>
              </p:cNvPr>
              <p:cNvSpPr/>
              <p:nvPr/>
            </p:nvSpPr>
            <p:spPr>
              <a:xfrm>
                <a:off x="4411929" y="5390959"/>
                <a:ext cx="35639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764" extrusionOk="0">
                    <a:moveTo>
                      <a:pt x="0" y="7620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765"/>
                    </a:lnTo>
                    <a:cubicBezTo>
                      <a:pt x="33929" y="24765"/>
                      <a:pt x="13210" y="16002"/>
                      <a:pt x="12545" y="1524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504;p48">
                <a:extLst>
                  <a:ext uri="{FF2B5EF4-FFF2-40B4-BE49-F238E27FC236}">
                    <a16:creationId xmlns:a16="http://schemas.microsoft.com/office/drawing/2014/main" id="{7E31A8AC-AEFD-3951-0109-A5DD172F3843}"/>
                  </a:ext>
                </a:extLst>
              </p:cNvPr>
              <p:cNvSpPr/>
              <p:nvPr/>
            </p:nvSpPr>
            <p:spPr>
              <a:xfrm>
                <a:off x="4339320" y="5349621"/>
                <a:ext cx="44382" cy="29146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146" extrusionOk="0">
                    <a:moveTo>
                      <a:pt x="0" y="8191"/>
                    </a:moveTo>
                    <a:lnTo>
                      <a:pt x="36780" y="29146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346" y="17812"/>
                    </a:cubicBezTo>
                    <a:cubicBezTo>
                      <a:pt x="36032" y="14097"/>
                      <a:pt x="32188" y="10887"/>
                      <a:pt x="27941" y="8287"/>
                    </a:cubicBezTo>
                    <a:cubicBezTo>
                      <a:pt x="25185" y="7810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505;p48">
                <a:extLst>
                  <a:ext uri="{FF2B5EF4-FFF2-40B4-BE49-F238E27FC236}">
                    <a16:creationId xmlns:a16="http://schemas.microsoft.com/office/drawing/2014/main" id="{11F38F86-8CD4-721E-4C8B-6A8AAD21CC01}"/>
                  </a:ext>
                </a:extLst>
              </p:cNvPr>
              <p:cNvSpPr/>
              <p:nvPr/>
            </p:nvSpPr>
            <p:spPr>
              <a:xfrm>
                <a:off x="4380091" y="5326094"/>
                <a:ext cx="20528" cy="18383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383" extrusionOk="0">
                    <a:moveTo>
                      <a:pt x="20528" y="18383"/>
                    </a:moveTo>
                    <a:lnTo>
                      <a:pt x="20528" y="5524"/>
                    </a:lnTo>
                    <a:lnTo>
                      <a:pt x="3611" y="0"/>
                    </a:lnTo>
                    <a:lnTo>
                      <a:pt x="0" y="10096"/>
                    </a:lnTo>
                    <a:lnTo>
                      <a:pt x="855" y="14764"/>
                    </a:lnTo>
                    <a:lnTo>
                      <a:pt x="20528" y="18383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506;p48">
                <a:extLst>
                  <a:ext uri="{FF2B5EF4-FFF2-40B4-BE49-F238E27FC236}">
                    <a16:creationId xmlns:a16="http://schemas.microsoft.com/office/drawing/2014/main" id="{0B8C3CFC-9B31-0D1F-F9BE-FC68CBA332CD}"/>
                  </a:ext>
                </a:extLst>
              </p:cNvPr>
              <p:cNvSpPr/>
              <p:nvPr/>
            </p:nvSpPr>
            <p:spPr>
              <a:xfrm>
                <a:off x="4288189" y="5322284"/>
                <a:ext cx="19577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577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578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507;p48">
                <a:extLst>
                  <a:ext uri="{FF2B5EF4-FFF2-40B4-BE49-F238E27FC236}">
                    <a16:creationId xmlns:a16="http://schemas.microsoft.com/office/drawing/2014/main" id="{18948C3C-F49B-009F-BC34-C679585C0C70}"/>
                  </a:ext>
                </a:extLst>
              </p:cNvPr>
              <p:cNvSpPr/>
              <p:nvPr/>
            </p:nvSpPr>
            <p:spPr>
              <a:xfrm>
                <a:off x="4288855" y="5365623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cubicBezTo>
                      <a:pt x="0" y="13430"/>
                      <a:pt x="0" y="0"/>
                      <a:pt x="0" y="0"/>
                    </a:cubicBezTo>
                    <a:lnTo>
                      <a:pt x="22429" y="0"/>
                    </a:lnTo>
                    <a:lnTo>
                      <a:pt x="16917" y="12001"/>
                    </a:lnTo>
                    <a:lnTo>
                      <a:pt x="7413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508;p48">
                <a:extLst>
                  <a:ext uri="{FF2B5EF4-FFF2-40B4-BE49-F238E27FC236}">
                    <a16:creationId xmlns:a16="http://schemas.microsoft.com/office/drawing/2014/main" id="{AFA79919-2D8D-7209-B74E-B3ED56CFD16D}"/>
                  </a:ext>
                </a:extLst>
              </p:cNvPr>
              <p:cNvSpPr/>
              <p:nvPr/>
            </p:nvSpPr>
            <p:spPr>
              <a:xfrm>
                <a:off x="4289330" y="5309520"/>
                <a:ext cx="220369" cy="139160"/>
              </a:xfrm>
              <a:custGeom>
                <a:avLst/>
                <a:gdLst/>
                <a:ahLst/>
                <a:cxnLst/>
                <a:rect l="l" t="t" r="r" b="b"/>
                <a:pathLst>
                  <a:path w="220369" h="139160" extrusionOk="0">
                    <a:moveTo>
                      <a:pt x="111289" y="22098"/>
                    </a:moveTo>
                    <a:cubicBezTo>
                      <a:pt x="108361" y="22060"/>
                      <a:pt x="105434" y="22279"/>
                      <a:pt x="102546" y="22765"/>
                    </a:cubicBezTo>
                    <a:cubicBezTo>
                      <a:pt x="98649" y="23336"/>
                      <a:pt x="94278" y="24098"/>
                      <a:pt x="89431" y="25146"/>
                    </a:cubicBezTo>
                    <a:cubicBezTo>
                      <a:pt x="84584" y="26194"/>
                      <a:pt x="79452" y="27432"/>
                      <a:pt x="74225" y="29051"/>
                    </a:cubicBezTo>
                    <a:cubicBezTo>
                      <a:pt x="69142" y="30566"/>
                      <a:pt x="64185" y="32480"/>
                      <a:pt x="59399" y="34766"/>
                    </a:cubicBezTo>
                    <a:lnTo>
                      <a:pt x="97414" y="56864"/>
                    </a:lnTo>
                    <a:lnTo>
                      <a:pt x="104257" y="54388"/>
                    </a:lnTo>
                    <a:cubicBezTo>
                      <a:pt x="113760" y="51149"/>
                      <a:pt x="123264" y="48482"/>
                      <a:pt x="131722" y="46196"/>
                    </a:cubicBezTo>
                    <a:cubicBezTo>
                      <a:pt x="139804" y="44015"/>
                      <a:pt x="148080" y="42644"/>
                      <a:pt x="156432" y="42101"/>
                    </a:cubicBezTo>
                    <a:cubicBezTo>
                      <a:pt x="164070" y="41596"/>
                      <a:pt x="171739" y="42101"/>
                      <a:pt x="179241" y="43625"/>
                    </a:cubicBezTo>
                    <a:cubicBezTo>
                      <a:pt x="186874" y="45253"/>
                      <a:pt x="194193" y="48120"/>
                      <a:pt x="200910" y="52102"/>
                    </a:cubicBezTo>
                    <a:cubicBezTo>
                      <a:pt x="207554" y="55455"/>
                      <a:pt x="213244" y="60427"/>
                      <a:pt x="217447" y="66580"/>
                    </a:cubicBezTo>
                    <a:cubicBezTo>
                      <a:pt x="220193" y="71047"/>
                      <a:pt x="221049" y="76429"/>
                      <a:pt x="219823" y="81534"/>
                    </a:cubicBezTo>
                    <a:cubicBezTo>
                      <a:pt x="218233" y="87173"/>
                      <a:pt x="215145" y="92278"/>
                      <a:pt x="210889" y="96298"/>
                    </a:cubicBezTo>
                    <a:cubicBezTo>
                      <a:pt x="205705" y="101613"/>
                      <a:pt x="199897" y="106289"/>
                      <a:pt x="193592" y="110204"/>
                    </a:cubicBezTo>
                    <a:lnTo>
                      <a:pt x="217922" y="124301"/>
                    </a:lnTo>
                    <a:lnTo>
                      <a:pt x="204712" y="131921"/>
                    </a:lnTo>
                    <a:lnTo>
                      <a:pt x="180192" y="117729"/>
                    </a:lnTo>
                    <a:cubicBezTo>
                      <a:pt x="168525" y="123558"/>
                      <a:pt x="156297" y="128188"/>
                      <a:pt x="143697" y="131540"/>
                    </a:cubicBezTo>
                    <a:cubicBezTo>
                      <a:pt x="130535" y="135217"/>
                      <a:pt x="117088" y="137760"/>
                      <a:pt x="103496" y="139160"/>
                    </a:cubicBezTo>
                    <a:lnTo>
                      <a:pt x="91236" y="116014"/>
                    </a:lnTo>
                    <a:cubicBezTo>
                      <a:pt x="94797" y="115919"/>
                      <a:pt x="98350" y="115634"/>
                      <a:pt x="101881" y="115157"/>
                    </a:cubicBezTo>
                    <a:cubicBezTo>
                      <a:pt x="107279" y="114519"/>
                      <a:pt x="112641" y="113595"/>
                      <a:pt x="117942" y="112395"/>
                    </a:cubicBezTo>
                    <a:cubicBezTo>
                      <a:pt x="123834" y="111157"/>
                      <a:pt x="130012" y="109538"/>
                      <a:pt x="136950" y="107633"/>
                    </a:cubicBezTo>
                    <a:cubicBezTo>
                      <a:pt x="143464" y="105842"/>
                      <a:pt x="149821" y="103518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616" y="79915"/>
                      <a:pt x="112905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447" y="89440"/>
                    </a:cubicBezTo>
                    <a:cubicBezTo>
                      <a:pt x="74081" y="91145"/>
                      <a:pt x="66572" y="92164"/>
                      <a:pt x="59019" y="92488"/>
                    </a:cubicBezTo>
                    <a:cubicBezTo>
                      <a:pt x="52375" y="92688"/>
                      <a:pt x="45733" y="92050"/>
                      <a:pt x="39251" y="90583"/>
                    </a:cubicBezTo>
                    <a:cubicBezTo>
                      <a:pt x="32826" y="89049"/>
                      <a:pt x="26672" y="86544"/>
                      <a:pt x="21003" y="83153"/>
                    </a:cubicBezTo>
                    <a:cubicBezTo>
                      <a:pt x="14721" y="79886"/>
                      <a:pt x="9261" y="75229"/>
                      <a:pt x="5037" y="69533"/>
                    </a:cubicBezTo>
                    <a:cubicBezTo>
                      <a:pt x="1975" y="65246"/>
                      <a:pt x="466" y="60036"/>
                      <a:pt x="760" y="54769"/>
                    </a:cubicBezTo>
                    <a:cubicBezTo>
                      <a:pt x="1328" y="49273"/>
                      <a:pt x="3511" y="44063"/>
                      <a:pt x="7033" y="39814"/>
                    </a:cubicBezTo>
                    <a:cubicBezTo>
                      <a:pt x="11472" y="34404"/>
                      <a:pt x="16693" y="29680"/>
                      <a:pt x="22524" y="25813"/>
                    </a:cubicBezTo>
                    <a:lnTo>
                      <a:pt x="0" y="12763"/>
                    </a:lnTo>
                    <a:lnTo>
                      <a:pt x="13210" y="5048"/>
                    </a:lnTo>
                    <a:lnTo>
                      <a:pt x="34214" y="18002"/>
                    </a:lnTo>
                    <a:cubicBezTo>
                      <a:pt x="44668" y="12783"/>
                      <a:pt x="55664" y="8725"/>
                      <a:pt x="67002" y="5905"/>
                    </a:cubicBezTo>
                    <a:cubicBezTo>
                      <a:pt x="77774" y="3143"/>
                      <a:pt x="88732" y="1172"/>
                      <a:pt x="99790" y="0"/>
                    </a:cubicBezTo>
                    <a:close/>
                    <a:moveTo>
                      <a:pt x="46283" y="62579"/>
                    </a:moveTo>
                    <a:cubicBezTo>
                      <a:pt x="51312" y="65504"/>
                      <a:pt x="57130" y="66770"/>
                      <a:pt x="62915" y="66199"/>
                    </a:cubicBezTo>
                    <a:cubicBezTo>
                      <a:pt x="70639" y="65246"/>
                      <a:pt x="78248" y="63522"/>
                      <a:pt x="85629" y="61055"/>
                    </a:cubicBezTo>
                    <a:lnTo>
                      <a:pt x="49895" y="40386"/>
                    </a:lnTo>
                    <a:cubicBezTo>
                      <a:pt x="36780" y="48835"/>
                      <a:pt x="35576" y="56226"/>
                      <a:pt x="46283" y="62579"/>
                    </a:cubicBezTo>
                    <a:close/>
                    <a:moveTo>
                      <a:pt x="171733" y="73057"/>
                    </a:moveTo>
                    <a:cubicBezTo>
                      <a:pt x="166278" y="70085"/>
                      <a:pt x="160005" y="68980"/>
                      <a:pt x="153866" y="69913"/>
                    </a:cubicBezTo>
                    <a:cubicBezTo>
                      <a:pt x="145426" y="70999"/>
                      <a:pt x="137095" y="72819"/>
                      <a:pt x="128966" y="75343"/>
                    </a:cubicBezTo>
                    <a:lnTo>
                      <a:pt x="164511" y="95917"/>
                    </a:lnTo>
                    <a:cubicBezTo>
                      <a:pt x="179622" y="86296"/>
                      <a:pt x="182093" y="78677"/>
                      <a:pt x="171733" y="7267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5" name="Google Shape;4509;p48">
              <a:extLst>
                <a:ext uri="{FF2B5EF4-FFF2-40B4-BE49-F238E27FC236}">
                  <a16:creationId xmlns:a16="http://schemas.microsoft.com/office/drawing/2014/main" id="{B995E2BE-3D75-B242-0E24-607421635F7F}"/>
                </a:ext>
              </a:extLst>
            </p:cNvPr>
            <p:cNvGrpSpPr/>
            <p:nvPr/>
          </p:nvGrpSpPr>
          <p:grpSpPr>
            <a:xfrm>
              <a:off x="3915836" y="4477454"/>
              <a:ext cx="746806" cy="516445"/>
              <a:chOff x="5696936" y="5293804"/>
              <a:chExt cx="746806" cy="516445"/>
            </a:xfrm>
          </p:grpSpPr>
          <p:sp>
            <p:nvSpPr>
              <p:cNvPr id="416" name="Google Shape;4510;p48">
                <a:extLst>
                  <a:ext uri="{FF2B5EF4-FFF2-40B4-BE49-F238E27FC236}">
                    <a16:creationId xmlns:a16="http://schemas.microsoft.com/office/drawing/2014/main" id="{34E56C93-60FF-3FE0-36D7-D827FC5F0543}"/>
                  </a:ext>
                </a:extLst>
              </p:cNvPr>
              <p:cNvSpPr/>
              <p:nvPr/>
            </p:nvSpPr>
            <p:spPr>
              <a:xfrm>
                <a:off x="5696936" y="5425630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511;p48">
                <a:extLst>
                  <a:ext uri="{FF2B5EF4-FFF2-40B4-BE49-F238E27FC236}">
                    <a16:creationId xmlns:a16="http://schemas.microsoft.com/office/drawing/2014/main" id="{5C223DC9-6B97-FD22-73F8-F23715A1D0C6}"/>
                  </a:ext>
                </a:extLst>
              </p:cNvPr>
              <p:cNvSpPr/>
              <p:nvPr/>
            </p:nvSpPr>
            <p:spPr>
              <a:xfrm>
                <a:off x="5779143" y="5376195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19"/>
                      <a:pt x="332252" y="384619"/>
                    </a:cubicBezTo>
                    <a:cubicBezTo>
                      <a:pt x="148754" y="384619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512;p48">
                <a:extLst>
                  <a:ext uri="{FF2B5EF4-FFF2-40B4-BE49-F238E27FC236}">
                    <a16:creationId xmlns:a16="http://schemas.microsoft.com/office/drawing/2014/main" id="{B5E97FF8-0CF4-842A-028B-D0BC076AFC5C}"/>
                  </a:ext>
                </a:extLst>
              </p:cNvPr>
              <p:cNvSpPr/>
              <p:nvPr/>
            </p:nvSpPr>
            <p:spPr>
              <a:xfrm>
                <a:off x="5779238" y="5483828"/>
                <a:ext cx="65671" cy="87629"/>
              </a:xfrm>
              <a:custGeom>
                <a:avLst/>
                <a:gdLst/>
                <a:ahLst/>
                <a:cxnLst/>
                <a:rect l="l" t="t" r="r" b="b"/>
                <a:pathLst>
                  <a:path w="65671" h="87629" extrusionOk="0">
                    <a:moveTo>
                      <a:pt x="0" y="87630"/>
                    </a:moveTo>
                    <a:lnTo>
                      <a:pt x="0" y="0"/>
                    </a:lnTo>
                    <a:lnTo>
                      <a:pt x="65671" y="58579"/>
                    </a:lnTo>
                    <a:lnTo>
                      <a:pt x="0" y="8763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513;p48">
                <a:extLst>
                  <a:ext uri="{FF2B5EF4-FFF2-40B4-BE49-F238E27FC236}">
                    <a16:creationId xmlns:a16="http://schemas.microsoft.com/office/drawing/2014/main" id="{6FE6CEFD-3E73-7229-7CA1-A89CD2AB5F6D}"/>
                  </a:ext>
                </a:extLst>
              </p:cNvPr>
              <p:cNvSpPr/>
              <p:nvPr/>
            </p:nvSpPr>
            <p:spPr>
              <a:xfrm>
                <a:off x="6393753" y="5486114"/>
                <a:ext cx="49989" cy="118109"/>
              </a:xfrm>
              <a:custGeom>
                <a:avLst/>
                <a:gdLst/>
                <a:ahLst/>
                <a:cxnLst/>
                <a:rect l="l" t="t" r="r" b="b"/>
                <a:pathLst>
                  <a:path w="49989" h="118109" extrusionOk="0">
                    <a:moveTo>
                      <a:pt x="49990" y="0"/>
                    </a:moveTo>
                    <a:lnTo>
                      <a:pt x="49990" y="82391"/>
                    </a:lnTo>
                    <a:lnTo>
                      <a:pt x="16442" y="118110"/>
                    </a:lnTo>
                    <a:lnTo>
                      <a:pt x="0" y="23813"/>
                    </a:lnTo>
                    <a:lnTo>
                      <a:pt x="49990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514;p48">
                <a:extLst>
                  <a:ext uri="{FF2B5EF4-FFF2-40B4-BE49-F238E27FC236}">
                    <a16:creationId xmlns:a16="http://schemas.microsoft.com/office/drawing/2014/main" id="{D0FDC4FC-74BA-F133-4673-C0BEE847C6CE}"/>
                  </a:ext>
                </a:extLst>
              </p:cNvPr>
              <p:cNvSpPr/>
              <p:nvPr/>
            </p:nvSpPr>
            <p:spPr>
              <a:xfrm>
                <a:off x="5779143" y="5293804"/>
                <a:ext cx="664504" cy="384619"/>
              </a:xfrm>
              <a:custGeom>
                <a:avLst/>
                <a:gdLst/>
                <a:ahLst/>
                <a:cxnLst/>
                <a:rect l="l" t="t" r="r" b="b"/>
                <a:pathLst>
                  <a:path w="664504" h="384619" extrusionOk="0">
                    <a:moveTo>
                      <a:pt x="664505" y="192310"/>
                    </a:moveTo>
                    <a:cubicBezTo>
                      <a:pt x="664505" y="298520"/>
                      <a:pt x="515750" y="384620"/>
                      <a:pt x="332252" y="384620"/>
                    </a:cubicBezTo>
                    <a:cubicBezTo>
                      <a:pt x="148754" y="384620"/>
                      <a:pt x="0" y="298520"/>
                      <a:pt x="0" y="192310"/>
                    </a:cubicBezTo>
                    <a:cubicBezTo>
                      <a:pt x="0" y="86100"/>
                      <a:pt x="148754" y="0"/>
                      <a:pt x="332252" y="0"/>
                    </a:cubicBezTo>
                    <a:cubicBezTo>
                      <a:pt x="515750" y="0"/>
                      <a:pt x="664505" y="86100"/>
                      <a:pt x="664505" y="192310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515;p48">
                <a:extLst>
                  <a:ext uri="{FF2B5EF4-FFF2-40B4-BE49-F238E27FC236}">
                    <a16:creationId xmlns:a16="http://schemas.microsoft.com/office/drawing/2014/main" id="{73A9E3C1-4D7B-DD85-68E2-49F3C27046FD}"/>
                  </a:ext>
                </a:extLst>
              </p:cNvPr>
              <p:cNvSpPr/>
              <p:nvPr/>
            </p:nvSpPr>
            <p:spPr>
              <a:xfrm>
                <a:off x="5873643" y="5346215"/>
                <a:ext cx="475693" cy="275248"/>
              </a:xfrm>
              <a:custGeom>
                <a:avLst/>
                <a:gdLst/>
                <a:ahLst/>
                <a:cxnLst/>
                <a:rect l="l" t="t" r="r" b="b"/>
                <a:pathLst>
                  <a:path w="475693" h="275248" extrusionOk="0">
                    <a:moveTo>
                      <a:pt x="475252" y="145899"/>
                    </a:moveTo>
                    <a:cubicBezTo>
                      <a:pt x="471926" y="178284"/>
                      <a:pt x="448831" y="210193"/>
                      <a:pt x="406064" y="234958"/>
                    </a:cubicBezTo>
                    <a:cubicBezTo>
                      <a:pt x="313117" y="288679"/>
                      <a:pt x="162482" y="288679"/>
                      <a:pt x="69630" y="234958"/>
                    </a:cubicBezTo>
                    <a:cubicBezTo>
                      <a:pt x="26768" y="210193"/>
                      <a:pt x="3769" y="178284"/>
                      <a:pt x="443" y="145899"/>
                    </a:cubicBezTo>
                    <a:cubicBezTo>
                      <a:pt x="-3549" y="107799"/>
                      <a:pt x="19450" y="69223"/>
                      <a:pt x="69630" y="40362"/>
                    </a:cubicBezTo>
                    <a:cubicBezTo>
                      <a:pt x="162482" y="-13454"/>
                      <a:pt x="313117" y="-13454"/>
                      <a:pt x="406064" y="40362"/>
                    </a:cubicBezTo>
                    <a:cubicBezTo>
                      <a:pt x="456149" y="69223"/>
                      <a:pt x="479243" y="107990"/>
                      <a:pt x="475252" y="14589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516;p48">
                <a:extLst>
                  <a:ext uri="{FF2B5EF4-FFF2-40B4-BE49-F238E27FC236}">
                    <a16:creationId xmlns:a16="http://schemas.microsoft.com/office/drawing/2014/main" id="{D4ECBC63-2073-5A1B-3EA6-4E3E0DC9CA3F}"/>
                  </a:ext>
                </a:extLst>
              </p:cNvPr>
              <p:cNvSpPr/>
              <p:nvPr/>
            </p:nvSpPr>
            <p:spPr>
              <a:xfrm>
                <a:off x="5874086" y="5362694"/>
                <a:ext cx="474809" cy="258770"/>
              </a:xfrm>
              <a:custGeom>
                <a:avLst/>
                <a:gdLst/>
                <a:ahLst/>
                <a:cxnLst/>
                <a:rect l="l" t="t" r="r" b="b"/>
                <a:pathLst>
                  <a:path w="474809" h="258770" extrusionOk="0">
                    <a:moveTo>
                      <a:pt x="474809" y="129421"/>
                    </a:moveTo>
                    <a:cubicBezTo>
                      <a:pt x="471483" y="161806"/>
                      <a:pt x="448389" y="193715"/>
                      <a:pt x="405622" y="218480"/>
                    </a:cubicBezTo>
                    <a:cubicBezTo>
                      <a:pt x="312675" y="272201"/>
                      <a:pt x="162040" y="272201"/>
                      <a:pt x="69188" y="218480"/>
                    </a:cubicBezTo>
                    <a:cubicBezTo>
                      <a:pt x="26326" y="193715"/>
                      <a:pt x="3326" y="161806"/>
                      <a:pt x="0" y="129421"/>
                    </a:cubicBezTo>
                    <a:cubicBezTo>
                      <a:pt x="3326" y="97036"/>
                      <a:pt x="26326" y="65127"/>
                      <a:pt x="69188" y="40362"/>
                    </a:cubicBezTo>
                    <a:cubicBezTo>
                      <a:pt x="162040" y="-13454"/>
                      <a:pt x="312675" y="-13454"/>
                      <a:pt x="405622" y="40362"/>
                    </a:cubicBezTo>
                    <a:cubicBezTo>
                      <a:pt x="448389" y="65127"/>
                      <a:pt x="471483" y="97036"/>
                      <a:pt x="474809" y="12942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517;p48">
                <a:extLst>
                  <a:ext uri="{FF2B5EF4-FFF2-40B4-BE49-F238E27FC236}">
                    <a16:creationId xmlns:a16="http://schemas.microsoft.com/office/drawing/2014/main" id="{89F25FE6-D649-8293-95A9-3207864658E6}"/>
                  </a:ext>
                </a:extLst>
              </p:cNvPr>
              <p:cNvSpPr/>
              <p:nvPr/>
            </p:nvSpPr>
            <p:spPr>
              <a:xfrm>
                <a:off x="5996115" y="5424963"/>
                <a:ext cx="220987" cy="138970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8970" extrusionOk="0">
                    <a:moveTo>
                      <a:pt x="111859" y="22098"/>
                    </a:moveTo>
                    <a:cubicBezTo>
                      <a:pt x="108932" y="22060"/>
                      <a:pt x="106005" y="22279"/>
                      <a:pt x="103116" y="22765"/>
                    </a:cubicBezTo>
                    <a:cubicBezTo>
                      <a:pt x="99219" y="23336"/>
                      <a:pt x="94848" y="24098"/>
                      <a:pt x="90001" y="25146"/>
                    </a:cubicBezTo>
                    <a:cubicBezTo>
                      <a:pt x="85154" y="26194"/>
                      <a:pt x="80497" y="27432"/>
                      <a:pt x="74890" y="29051"/>
                    </a:cubicBezTo>
                    <a:cubicBezTo>
                      <a:pt x="69777" y="30566"/>
                      <a:pt x="64787" y="32480"/>
                      <a:pt x="59969" y="34766"/>
                    </a:cubicBezTo>
                    <a:lnTo>
                      <a:pt x="97984" y="56864"/>
                    </a:lnTo>
                    <a:lnTo>
                      <a:pt x="104827" y="54388"/>
                    </a:lnTo>
                    <a:cubicBezTo>
                      <a:pt x="114331" y="51149"/>
                      <a:pt x="123834" y="48387"/>
                      <a:pt x="132293" y="46196"/>
                    </a:cubicBezTo>
                    <a:cubicBezTo>
                      <a:pt x="140409" y="44015"/>
                      <a:pt x="148715" y="42644"/>
                      <a:pt x="157098" y="42101"/>
                    </a:cubicBezTo>
                    <a:cubicBezTo>
                      <a:pt x="164701" y="41596"/>
                      <a:pt x="172342" y="42101"/>
                      <a:pt x="179812" y="43625"/>
                    </a:cubicBezTo>
                    <a:cubicBezTo>
                      <a:pt x="187472" y="45253"/>
                      <a:pt x="194828" y="48120"/>
                      <a:pt x="201575" y="52102"/>
                    </a:cubicBezTo>
                    <a:cubicBezTo>
                      <a:pt x="208199" y="55445"/>
                      <a:pt x="213854" y="60427"/>
                      <a:pt x="218017" y="66580"/>
                    </a:cubicBezTo>
                    <a:cubicBezTo>
                      <a:pt x="220839" y="71019"/>
                      <a:pt x="221695" y="76438"/>
                      <a:pt x="220393" y="81534"/>
                    </a:cubicBezTo>
                    <a:cubicBezTo>
                      <a:pt x="218806" y="87173"/>
                      <a:pt x="215717" y="92278"/>
                      <a:pt x="211459" y="96298"/>
                    </a:cubicBezTo>
                    <a:cubicBezTo>
                      <a:pt x="206261" y="101613"/>
                      <a:pt x="200425" y="106261"/>
                      <a:pt x="194067" y="110109"/>
                    </a:cubicBezTo>
                    <a:lnTo>
                      <a:pt x="218302" y="124206"/>
                    </a:lnTo>
                    <a:lnTo>
                      <a:pt x="205092" y="131826"/>
                    </a:lnTo>
                    <a:lnTo>
                      <a:pt x="180667" y="117634"/>
                    </a:lnTo>
                    <a:cubicBezTo>
                      <a:pt x="169034" y="123463"/>
                      <a:pt x="156841" y="128092"/>
                      <a:pt x="144267" y="131445"/>
                    </a:cubicBezTo>
                    <a:cubicBezTo>
                      <a:pt x="131114" y="135112"/>
                      <a:pt x="117657" y="137636"/>
                      <a:pt x="104066" y="138970"/>
                    </a:cubicBezTo>
                    <a:lnTo>
                      <a:pt x="91236" y="116015"/>
                    </a:lnTo>
                    <a:cubicBezTo>
                      <a:pt x="94829" y="115919"/>
                      <a:pt x="98412" y="115634"/>
                      <a:pt x="101976" y="115158"/>
                    </a:cubicBezTo>
                    <a:cubicBezTo>
                      <a:pt x="107345" y="114510"/>
                      <a:pt x="112667" y="113586"/>
                      <a:pt x="117942" y="112395"/>
                    </a:cubicBezTo>
                    <a:cubicBezTo>
                      <a:pt x="123834" y="111157"/>
                      <a:pt x="130012" y="109538"/>
                      <a:pt x="136949" y="107633"/>
                    </a:cubicBezTo>
                    <a:cubicBezTo>
                      <a:pt x="143460" y="105823"/>
                      <a:pt x="149818" y="103489"/>
                      <a:pt x="155957" y="100679"/>
                    </a:cubicBezTo>
                    <a:lnTo>
                      <a:pt x="117942" y="78677"/>
                    </a:lnTo>
                    <a:cubicBezTo>
                      <a:pt x="116326" y="79248"/>
                      <a:pt x="114711" y="79915"/>
                      <a:pt x="113000" y="80391"/>
                    </a:cubicBezTo>
                    <a:lnTo>
                      <a:pt x="107773" y="82010"/>
                    </a:lnTo>
                    <a:cubicBezTo>
                      <a:pt x="98269" y="85154"/>
                      <a:pt x="89431" y="87630"/>
                      <a:pt x="81543" y="89440"/>
                    </a:cubicBezTo>
                    <a:cubicBezTo>
                      <a:pt x="74177" y="91154"/>
                      <a:pt x="66669" y="92145"/>
                      <a:pt x="59114" y="92393"/>
                    </a:cubicBezTo>
                    <a:cubicBezTo>
                      <a:pt x="52470" y="92678"/>
                      <a:pt x="45827" y="92069"/>
                      <a:pt x="39346" y="90583"/>
                    </a:cubicBezTo>
                    <a:cubicBezTo>
                      <a:pt x="32893" y="89059"/>
                      <a:pt x="26706" y="86554"/>
                      <a:pt x="21003" y="83153"/>
                    </a:cubicBezTo>
                    <a:cubicBezTo>
                      <a:pt x="14750" y="79886"/>
                      <a:pt x="9314" y="75229"/>
                      <a:pt x="5132" y="69533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31" y="49273"/>
                      <a:pt x="3507" y="44063"/>
                      <a:pt x="7033" y="39815"/>
                    </a:cubicBezTo>
                    <a:cubicBezTo>
                      <a:pt x="11443" y="34376"/>
                      <a:pt x="16670" y="29651"/>
                      <a:pt x="22524" y="25813"/>
                    </a:cubicBezTo>
                    <a:lnTo>
                      <a:pt x="0" y="12764"/>
                    </a:lnTo>
                    <a:lnTo>
                      <a:pt x="13305" y="5048"/>
                    </a:lnTo>
                    <a:lnTo>
                      <a:pt x="35544" y="18002"/>
                    </a:lnTo>
                    <a:cubicBezTo>
                      <a:pt x="45998" y="12783"/>
                      <a:pt x="56994" y="8725"/>
                      <a:pt x="68332" y="5906"/>
                    </a:cubicBezTo>
                    <a:cubicBezTo>
                      <a:pt x="79109" y="3153"/>
                      <a:pt x="90067" y="1181"/>
                      <a:pt x="101120" y="0"/>
                    </a:cubicBezTo>
                    <a:close/>
                    <a:moveTo>
                      <a:pt x="46949" y="62198"/>
                    </a:moveTo>
                    <a:cubicBezTo>
                      <a:pt x="51948" y="65122"/>
                      <a:pt x="57726" y="66389"/>
                      <a:pt x="63485" y="65818"/>
                    </a:cubicBezTo>
                    <a:cubicBezTo>
                      <a:pt x="71212" y="64875"/>
                      <a:pt x="78824" y="63151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5979"/>
                      <a:pt x="46949" y="62198"/>
                    </a:cubicBezTo>
                    <a:close/>
                    <a:moveTo>
                      <a:pt x="172399" y="72676"/>
                    </a:moveTo>
                    <a:cubicBezTo>
                      <a:pt x="166896" y="69733"/>
                      <a:pt x="160605" y="68628"/>
                      <a:pt x="154437" y="69533"/>
                    </a:cubicBezTo>
                    <a:cubicBezTo>
                      <a:pt x="145997" y="70628"/>
                      <a:pt x="137672" y="72447"/>
                      <a:pt x="129537" y="74962"/>
                    </a:cubicBezTo>
                    <a:lnTo>
                      <a:pt x="165081" y="95536"/>
                    </a:lnTo>
                    <a:cubicBezTo>
                      <a:pt x="180667" y="86296"/>
                      <a:pt x="182663" y="78677"/>
                      <a:pt x="172399" y="7267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518;p48">
                <a:extLst>
                  <a:ext uri="{FF2B5EF4-FFF2-40B4-BE49-F238E27FC236}">
                    <a16:creationId xmlns:a16="http://schemas.microsoft.com/office/drawing/2014/main" id="{B18223E8-8775-303D-8B4E-B3ACFA4AC12F}"/>
                  </a:ext>
                </a:extLst>
              </p:cNvPr>
              <p:cNvSpPr/>
              <p:nvPr/>
            </p:nvSpPr>
            <p:spPr>
              <a:xfrm>
                <a:off x="6087446" y="5528024"/>
                <a:ext cx="1454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4540" h="19050" extrusionOk="0">
                    <a:moveTo>
                      <a:pt x="0" y="12954"/>
                    </a:moveTo>
                    <a:cubicBezTo>
                      <a:pt x="0" y="12002"/>
                      <a:pt x="0" y="0"/>
                      <a:pt x="0" y="0"/>
                    </a:cubicBezTo>
                    <a:lnTo>
                      <a:pt x="14541" y="9525"/>
                    </a:lnTo>
                    <a:lnTo>
                      <a:pt x="8268" y="1905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519;p48">
                <a:extLst>
                  <a:ext uri="{FF2B5EF4-FFF2-40B4-BE49-F238E27FC236}">
                    <a16:creationId xmlns:a16="http://schemas.microsoft.com/office/drawing/2014/main" id="{F2265C20-53DA-D790-AC12-B6C0201D9210}"/>
                  </a:ext>
                </a:extLst>
              </p:cNvPr>
              <p:cNvSpPr/>
              <p:nvPr/>
            </p:nvSpPr>
            <p:spPr>
              <a:xfrm>
                <a:off x="6183054" y="5536215"/>
                <a:ext cx="31552" cy="14858"/>
              </a:xfrm>
              <a:custGeom>
                <a:avLst/>
                <a:gdLst/>
                <a:ahLst/>
                <a:cxnLst/>
                <a:rect l="l" t="t" r="r" b="b"/>
                <a:pathLst>
                  <a:path w="31552" h="14858" extrusionOk="0">
                    <a:moveTo>
                      <a:pt x="31552" y="12954"/>
                    </a:moveTo>
                    <a:lnTo>
                      <a:pt x="31552" y="0"/>
                    </a:lnTo>
                    <a:lnTo>
                      <a:pt x="0" y="2476"/>
                    </a:lnTo>
                    <a:lnTo>
                      <a:pt x="18152" y="14859"/>
                    </a:lnTo>
                    <a:lnTo>
                      <a:pt x="31552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520;p48">
                <a:extLst>
                  <a:ext uri="{FF2B5EF4-FFF2-40B4-BE49-F238E27FC236}">
                    <a16:creationId xmlns:a16="http://schemas.microsoft.com/office/drawing/2014/main" id="{9B322FAF-2B47-588A-02E2-BD8E87AD9463}"/>
                  </a:ext>
                </a:extLst>
              </p:cNvPr>
              <p:cNvSpPr/>
              <p:nvPr/>
            </p:nvSpPr>
            <p:spPr>
              <a:xfrm>
                <a:off x="6193698" y="5488685"/>
                <a:ext cx="23569" cy="13049"/>
              </a:xfrm>
              <a:custGeom>
                <a:avLst/>
                <a:gdLst/>
                <a:ahLst/>
                <a:cxnLst/>
                <a:rect l="l" t="t" r="r" b="b"/>
                <a:pathLst>
                  <a:path w="23569" h="13049" extrusionOk="0">
                    <a:moveTo>
                      <a:pt x="23569" y="13049"/>
                    </a:moveTo>
                    <a:lnTo>
                      <a:pt x="23569" y="0"/>
                    </a:lnTo>
                    <a:lnTo>
                      <a:pt x="0" y="8573"/>
                    </a:lnTo>
                    <a:lnTo>
                      <a:pt x="23569" y="1304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521;p48">
                <a:extLst>
                  <a:ext uri="{FF2B5EF4-FFF2-40B4-BE49-F238E27FC236}">
                    <a16:creationId xmlns:a16="http://schemas.microsoft.com/office/drawing/2014/main" id="{7BF87020-2891-B6BC-4C1F-DD61AABCB5CE}"/>
                  </a:ext>
                </a:extLst>
              </p:cNvPr>
              <p:cNvSpPr/>
              <p:nvPr/>
            </p:nvSpPr>
            <p:spPr>
              <a:xfrm>
                <a:off x="6119759" y="5493543"/>
                <a:ext cx="35639" cy="24669"/>
              </a:xfrm>
              <a:custGeom>
                <a:avLst/>
                <a:gdLst/>
                <a:ahLst/>
                <a:cxnLst/>
                <a:rect l="l" t="t" r="r" b="b"/>
                <a:pathLst>
                  <a:path w="35639" h="24669" extrusionOk="0">
                    <a:moveTo>
                      <a:pt x="0" y="7525"/>
                    </a:moveTo>
                    <a:lnTo>
                      <a:pt x="7888" y="0"/>
                    </a:lnTo>
                    <a:lnTo>
                      <a:pt x="35639" y="19050"/>
                    </a:lnTo>
                    <a:lnTo>
                      <a:pt x="33929" y="24670"/>
                    </a:lnTo>
                    <a:cubicBezTo>
                      <a:pt x="33929" y="24670"/>
                      <a:pt x="13210" y="15907"/>
                      <a:pt x="12545" y="15145"/>
                    </a:cubicBezTo>
                    <a:cubicBezTo>
                      <a:pt x="11880" y="14383"/>
                      <a:pt x="0" y="7525"/>
                      <a:pt x="0" y="752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522;p48">
                <a:extLst>
                  <a:ext uri="{FF2B5EF4-FFF2-40B4-BE49-F238E27FC236}">
                    <a16:creationId xmlns:a16="http://schemas.microsoft.com/office/drawing/2014/main" id="{425B1E02-ECA9-6C90-F36D-2D1CEC467EB6}"/>
                  </a:ext>
                </a:extLst>
              </p:cNvPr>
              <p:cNvSpPr/>
              <p:nvPr/>
            </p:nvSpPr>
            <p:spPr>
              <a:xfrm>
                <a:off x="6046675" y="5452109"/>
                <a:ext cx="44382" cy="29241"/>
              </a:xfrm>
              <a:custGeom>
                <a:avLst/>
                <a:gdLst/>
                <a:ahLst/>
                <a:cxnLst/>
                <a:rect l="l" t="t" r="r" b="b"/>
                <a:pathLst>
                  <a:path w="44382" h="29241" extrusionOk="0">
                    <a:moveTo>
                      <a:pt x="0" y="8287"/>
                    </a:moveTo>
                    <a:lnTo>
                      <a:pt x="36875" y="29242"/>
                    </a:lnTo>
                    <a:lnTo>
                      <a:pt x="44383" y="23717"/>
                    </a:lnTo>
                    <a:cubicBezTo>
                      <a:pt x="44383" y="23717"/>
                      <a:pt x="39726" y="18383"/>
                      <a:pt x="39441" y="17907"/>
                    </a:cubicBezTo>
                    <a:cubicBezTo>
                      <a:pt x="36143" y="14135"/>
                      <a:pt x="32256" y="10925"/>
                      <a:pt x="27941" y="8382"/>
                    </a:cubicBezTo>
                    <a:cubicBezTo>
                      <a:pt x="25185" y="7811"/>
                      <a:pt x="7698" y="0"/>
                      <a:pt x="7698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523;p48">
                <a:extLst>
                  <a:ext uri="{FF2B5EF4-FFF2-40B4-BE49-F238E27FC236}">
                    <a16:creationId xmlns:a16="http://schemas.microsoft.com/office/drawing/2014/main" id="{50F9A225-DA91-01C4-09D6-B3E8CB888593}"/>
                  </a:ext>
                </a:extLst>
              </p:cNvPr>
              <p:cNvSpPr/>
              <p:nvPr/>
            </p:nvSpPr>
            <p:spPr>
              <a:xfrm>
                <a:off x="6087446" y="5428583"/>
                <a:ext cx="20528" cy="18478"/>
              </a:xfrm>
              <a:custGeom>
                <a:avLst/>
                <a:gdLst/>
                <a:ahLst/>
                <a:cxnLst/>
                <a:rect l="l" t="t" r="r" b="b"/>
                <a:pathLst>
                  <a:path w="20528" h="18478" extrusionOk="0">
                    <a:moveTo>
                      <a:pt x="20528" y="18479"/>
                    </a:moveTo>
                    <a:lnTo>
                      <a:pt x="20528" y="5525"/>
                    </a:lnTo>
                    <a:lnTo>
                      <a:pt x="3611" y="0"/>
                    </a:lnTo>
                    <a:lnTo>
                      <a:pt x="0" y="10192"/>
                    </a:lnTo>
                    <a:lnTo>
                      <a:pt x="855" y="14764"/>
                    </a:lnTo>
                    <a:lnTo>
                      <a:pt x="20528" y="18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524;p48">
                <a:extLst>
                  <a:ext uri="{FF2B5EF4-FFF2-40B4-BE49-F238E27FC236}">
                    <a16:creationId xmlns:a16="http://schemas.microsoft.com/office/drawing/2014/main" id="{F84B53C8-0963-BC96-A5C2-099A32644897}"/>
                  </a:ext>
                </a:extLst>
              </p:cNvPr>
              <p:cNvSpPr/>
              <p:nvPr/>
            </p:nvSpPr>
            <p:spPr>
              <a:xfrm>
                <a:off x="5995544" y="5424773"/>
                <a:ext cx="19672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4668" extrusionOk="0">
                    <a:moveTo>
                      <a:pt x="0" y="12954"/>
                    </a:moveTo>
                    <a:lnTo>
                      <a:pt x="0" y="0"/>
                    </a:lnTo>
                    <a:lnTo>
                      <a:pt x="19673" y="2096"/>
                    </a:lnTo>
                    <a:lnTo>
                      <a:pt x="13305" y="14669"/>
                    </a:lnTo>
                    <a:lnTo>
                      <a:pt x="0" y="1295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525;p48">
                <a:extLst>
                  <a:ext uri="{FF2B5EF4-FFF2-40B4-BE49-F238E27FC236}">
                    <a16:creationId xmlns:a16="http://schemas.microsoft.com/office/drawing/2014/main" id="{4220642D-9AE3-24F5-1A08-E7660B322487}"/>
                  </a:ext>
                </a:extLst>
              </p:cNvPr>
              <p:cNvSpPr/>
              <p:nvPr/>
            </p:nvSpPr>
            <p:spPr>
              <a:xfrm>
                <a:off x="5996210" y="5468111"/>
                <a:ext cx="22428" cy="22764"/>
              </a:xfrm>
              <a:custGeom>
                <a:avLst/>
                <a:gdLst/>
                <a:ahLst/>
                <a:cxnLst/>
                <a:rect l="l" t="t" r="r" b="b"/>
                <a:pathLst>
                  <a:path w="22428" h="22764" extrusionOk="0">
                    <a:moveTo>
                      <a:pt x="0" y="13430"/>
                    </a:moveTo>
                    <a:lnTo>
                      <a:pt x="0" y="0"/>
                    </a:lnTo>
                    <a:lnTo>
                      <a:pt x="22429" y="0"/>
                    </a:lnTo>
                    <a:lnTo>
                      <a:pt x="17012" y="12002"/>
                    </a:lnTo>
                    <a:lnTo>
                      <a:pt x="7508" y="2276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526;p48">
                <a:extLst>
                  <a:ext uri="{FF2B5EF4-FFF2-40B4-BE49-F238E27FC236}">
                    <a16:creationId xmlns:a16="http://schemas.microsoft.com/office/drawing/2014/main" id="{F23B18E3-0E80-1E7D-9D01-C38150EC3B4A}"/>
                  </a:ext>
                </a:extLst>
              </p:cNvPr>
              <p:cNvSpPr/>
              <p:nvPr/>
            </p:nvSpPr>
            <p:spPr>
              <a:xfrm>
                <a:off x="5996115" y="5412009"/>
                <a:ext cx="220987" cy="139065"/>
              </a:xfrm>
              <a:custGeom>
                <a:avLst/>
                <a:gdLst/>
                <a:ahLst/>
                <a:cxnLst/>
                <a:rect l="l" t="t" r="r" b="b"/>
                <a:pathLst>
                  <a:path w="220987" h="139065" extrusionOk="0">
                    <a:moveTo>
                      <a:pt x="111859" y="22098"/>
                    </a:moveTo>
                    <a:cubicBezTo>
                      <a:pt x="108932" y="22098"/>
                      <a:pt x="106005" y="22355"/>
                      <a:pt x="103116" y="22860"/>
                    </a:cubicBezTo>
                    <a:cubicBezTo>
                      <a:pt x="99248" y="23431"/>
                      <a:pt x="94876" y="24194"/>
                      <a:pt x="90001" y="25146"/>
                    </a:cubicBezTo>
                    <a:cubicBezTo>
                      <a:pt x="85154" y="26194"/>
                      <a:pt x="80497" y="27527"/>
                      <a:pt x="74890" y="29051"/>
                    </a:cubicBezTo>
                    <a:cubicBezTo>
                      <a:pt x="69786" y="30613"/>
                      <a:pt x="64806" y="32518"/>
                      <a:pt x="59969" y="34766"/>
                    </a:cubicBezTo>
                    <a:lnTo>
                      <a:pt x="97984" y="56864"/>
                    </a:lnTo>
                    <a:lnTo>
                      <a:pt x="104827" y="54483"/>
                    </a:lnTo>
                    <a:cubicBezTo>
                      <a:pt x="114331" y="51245"/>
                      <a:pt x="123834" y="48482"/>
                      <a:pt x="132293" y="46196"/>
                    </a:cubicBezTo>
                    <a:cubicBezTo>
                      <a:pt x="140418" y="44063"/>
                      <a:pt x="148725" y="42691"/>
                      <a:pt x="157098" y="42100"/>
                    </a:cubicBezTo>
                    <a:cubicBezTo>
                      <a:pt x="164701" y="41643"/>
                      <a:pt x="172332" y="42158"/>
                      <a:pt x="179812" y="43624"/>
                    </a:cubicBezTo>
                    <a:cubicBezTo>
                      <a:pt x="187481" y="45291"/>
                      <a:pt x="194828" y="48187"/>
                      <a:pt x="201575" y="52197"/>
                    </a:cubicBezTo>
                    <a:cubicBezTo>
                      <a:pt x="208199" y="55540"/>
                      <a:pt x="213854" y="60522"/>
                      <a:pt x="218017" y="66675"/>
                    </a:cubicBezTo>
                    <a:cubicBezTo>
                      <a:pt x="220839" y="71114"/>
                      <a:pt x="221695" y="76533"/>
                      <a:pt x="220393" y="81629"/>
                    </a:cubicBezTo>
                    <a:cubicBezTo>
                      <a:pt x="218777" y="87259"/>
                      <a:pt x="215698" y="92354"/>
                      <a:pt x="211459" y="96393"/>
                    </a:cubicBezTo>
                    <a:cubicBezTo>
                      <a:pt x="206242" y="101689"/>
                      <a:pt x="200397" y="106318"/>
                      <a:pt x="194067" y="110204"/>
                    </a:cubicBezTo>
                    <a:lnTo>
                      <a:pt x="218302" y="124206"/>
                    </a:lnTo>
                    <a:lnTo>
                      <a:pt x="205092" y="131921"/>
                    </a:lnTo>
                    <a:lnTo>
                      <a:pt x="180667" y="117729"/>
                    </a:lnTo>
                    <a:cubicBezTo>
                      <a:pt x="168996" y="123473"/>
                      <a:pt x="156812" y="128102"/>
                      <a:pt x="144267" y="131540"/>
                    </a:cubicBezTo>
                    <a:cubicBezTo>
                      <a:pt x="131095" y="135169"/>
                      <a:pt x="117657" y="137684"/>
                      <a:pt x="104066" y="139065"/>
                    </a:cubicBezTo>
                    <a:lnTo>
                      <a:pt x="91236" y="116014"/>
                    </a:lnTo>
                    <a:cubicBezTo>
                      <a:pt x="94829" y="115967"/>
                      <a:pt x="98412" y="115710"/>
                      <a:pt x="101976" y="115253"/>
                    </a:cubicBezTo>
                    <a:cubicBezTo>
                      <a:pt x="106727" y="114681"/>
                      <a:pt x="112050" y="113729"/>
                      <a:pt x="117942" y="112490"/>
                    </a:cubicBezTo>
                    <a:cubicBezTo>
                      <a:pt x="123834" y="111252"/>
                      <a:pt x="130012" y="109633"/>
                      <a:pt x="136949" y="107728"/>
                    </a:cubicBezTo>
                    <a:cubicBezTo>
                      <a:pt x="143450" y="105842"/>
                      <a:pt x="149799" y="103479"/>
                      <a:pt x="155957" y="100679"/>
                    </a:cubicBezTo>
                    <a:lnTo>
                      <a:pt x="117942" y="78772"/>
                    </a:lnTo>
                    <a:lnTo>
                      <a:pt x="113000" y="80486"/>
                    </a:lnTo>
                    <a:lnTo>
                      <a:pt x="107773" y="82105"/>
                    </a:lnTo>
                    <a:cubicBezTo>
                      <a:pt x="99162" y="85001"/>
                      <a:pt x="90410" y="87449"/>
                      <a:pt x="81543" y="89440"/>
                    </a:cubicBezTo>
                    <a:cubicBezTo>
                      <a:pt x="74187" y="91183"/>
                      <a:pt x="66669" y="92202"/>
                      <a:pt x="59114" y="92488"/>
                    </a:cubicBezTo>
                    <a:cubicBezTo>
                      <a:pt x="52470" y="92745"/>
                      <a:pt x="45818" y="92107"/>
                      <a:pt x="39346" y="90583"/>
                    </a:cubicBezTo>
                    <a:cubicBezTo>
                      <a:pt x="32912" y="89049"/>
                      <a:pt x="26725" y="86573"/>
                      <a:pt x="21003" y="83248"/>
                    </a:cubicBezTo>
                    <a:cubicBezTo>
                      <a:pt x="14740" y="79943"/>
                      <a:pt x="9314" y="75257"/>
                      <a:pt x="5132" y="69532"/>
                    </a:cubicBezTo>
                    <a:cubicBezTo>
                      <a:pt x="2005" y="65275"/>
                      <a:pt x="456" y="60055"/>
                      <a:pt x="760" y="54769"/>
                    </a:cubicBezTo>
                    <a:cubicBezTo>
                      <a:pt x="1350" y="49311"/>
                      <a:pt x="3535" y="44139"/>
                      <a:pt x="7033" y="39910"/>
                    </a:cubicBezTo>
                    <a:cubicBezTo>
                      <a:pt x="11471" y="34462"/>
                      <a:pt x="16689" y="29708"/>
                      <a:pt x="22524" y="25813"/>
                    </a:cubicBezTo>
                    <a:lnTo>
                      <a:pt x="0" y="12763"/>
                    </a:lnTo>
                    <a:lnTo>
                      <a:pt x="13305" y="5144"/>
                    </a:lnTo>
                    <a:lnTo>
                      <a:pt x="35544" y="18002"/>
                    </a:lnTo>
                    <a:cubicBezTo>
                      <a:pt x="46017" y="12849"/>
                      <a:pt x="57013" y="8830"/>
                      <a:pt x="68332" y="6001"/>
                    </a:cubicBezTo>
                    <a:cubicBezTo>
                      <a:pt x="79119" y="3267"/>
                      <a:pt x="90067" y="1257"/>
                      <a:pt x="101120" y="0"/>
                    </a:cubicBezTo>
                    <a:close/>
                    <a:moveTo>
                      <a:pt x="46949" y="62294"/>
                    </a:moveTo>
                    <a:cubicBezTo>
                      <a:pt x="51948" y="65189"/>
                      <a:pt x="57735" y="66418"/>
                      <a:pt x="63485" y="65818"/>
                    </a:cubicBezTo>
                    <a:cubicBezTo>
                      <a:pt x="71231" y="64970"/>
                      <a:pt x="78843" y="63246"/>
                      <a:pt x="86199" y="60674"/>
                    </a:cubicBezTo>
                    <a:lnTo>
                      <a:pt x="50465" y="40005"/>
                    </a:lnTo>
                    <a:cubicBezTo>
                      <a:pt x="37350" y="48578"/>
                      <a:pt x="36181" y="56007"/>
                      <a:pt x="46949" y="62294"/>
                    </a:cubicBezTo>
                    <a:close/>
                    <a:moveTo>
                      <a:pt x="172399" y="72771"/>
                    </a:moveTo>
                    <a:cubicBezTo>
                      <a:pt x="166924" y="69752"/>
                      <a:pt x="160614" y="68609"/>
                      <a:pt x="154437" y="69532"/>
                    </a:cubicBezTo>
                    <a:cubicBezTo>
                      <a:pt x="145988" y="70618"/>
                      <a:pt x="137653" y="72466"/>
                      <a:pt x="129537" y="75057"/>
                    </a:cubicBezTo>
                    <a:lnTo>
                      <a:pt x="165081" y="95631"/>
                    </a:lnTo>
                    <a:cubicBezTo>
                      <a:pt x="180667" y="86296"/>
                      <a:pt x="182663" y="78677"/>
                      <a:pt x="172399" y="7277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spcFirstLastPara="1" wrap="square" lIns="121900" tIns="60933" rIns="121900" bIns="60933" anchor="ctr" anchorCtr="0">
                <a:noAutofit/>
              </a:bodyPr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endParaRPr kumimoji="0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6" name="Google Shape;4527;p48">
              <a:extLst>
                <a:ext uri="{FF2B5EF4-FFF2-40B4-BE49-F238E27FC236}">
                  <a16:creationId xmlns:a16="http://schemas.microsoft.com/office/drawing/2014/main" id="{911BB8B2-8C30-A076-350E-BFBBF91D7B6A}"/>
                </a:ext>
              </a:extLst>
            </p:cNvPr>
            <p:cNvSpPr/>
            <p:nvPr/>
          </p:nvSpPr>
          <p:spPr>
            <a:xfrm>
              <a:off x="5615017" y="4460119"/>
              <a:ext cx="828920" cy="479679"/>
            </a:xfrm>
            <a:custGeom>
              <a:avLst/>
              <a:gdLst/>
              <a:ahLst/>
              <a:cxnLst/>
              <a:rect l="l" t="t" r="r" b="b"/>
              <a:pathLst>
                <a:path w="828920" h="479679" extrusionOk="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4528;p48">
              <a:extLst>
                <a:ext uri="{FF2B5EF4-FFF2-40B4-BE49-F238E27FC236}">
                  <a16:creationId xmlns:a16="http://schemas.microsoft.com/office/drawing/2014/main" id="{5DBFB724-244C-E3FF-8919-CCF314B3A88B}"/>
                </a:ext>
              </a:extLst>
            </p:cNvPr>
            <p:cNvSpPr/>
            <p:nvPr/>
          </p:nvSpPr>
          <p:spPr>
            <a:xfrm>
              <a:off x="5846435" y="2182763"/>
              <a:ext cx="465451" cy="682637"/>
            </a:xfrm>
            <a:custGeom>
              <a:avLst/>
              <a:gdLst/>
              <a:ahLst/>
              <a:cxnLst/>
              <a:rect l="l" t="t" r="r" b="b"/>
              <a:pathLst>
                <a:path w="465451" h="682637" extrusionOk="0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4529;p48">
              <a:extLst>
                <a:ext uri="{FF2B5EF4-FFF2-40B4-BE49-F238E27FC236}">
                  <a16:creationId xmlns:a16="http://schemas.microsoft.com/office/drawing/2014/main" id="{6F742A8D-BC94-E855-1E42-B79AFE505E8B}"/>
                </a:ext>
              </a:extLst>
            </p:cNvPr>
            <p:cNvSpPr/>
            <p:nvPr/>
          </p:nvSpPr>
          <p:spPr>
            <a:xfrm>
              <a:off x="5832052" y="2673876"/>
              <a:ext cx="86758" cy="504907"/>
            </a:xfrm>
            <a:custGeom>
              <a:avLst/>
              <a:gdLst/>
              <a:ahLst/>
              <a:cxnLst/>
              <a:rect l="l" t="t" r="r" b="b"/>
              <a:pathLst>
                <a:path w="86758" h="504907" extrusionOk="0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4530;p48">
              <a:extLst>
                <a:ext uri="{FF2B5EF4-FFF2-40B4-BE49-F238E27FC236}">
                  <a16:creationId xmlns:a16="http://schemas.microsoft.com/office/drawing/2014/main" id="{902C3006-A97D-3B05-1D4C-1A856A42C819}"/>
                </a:ext>
              </a:extLst>
            </p:cNvPr>
            <p:cNvSpPr/>
            <p:nvPr/>
          </p:nvSpPr>
          <p:spPr>
            <a:xfrm>
              <a:off x="5882176" y="2176405"/>
              <a:ext cx="221715" cy="275766"/>
            </a:xfrm>
            <a:custGeom>
              <a:avLst/>
              <a:gdLst/>
              <a:ahLst/>
              <a:cxnLst/>
              <a:rect l="l" t="t" r="r" b="b"/>
              <a:pathLst>
                <a:path w="221715" h="275766" extrusionOk="0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4531;p48">
              <a:extLst>
                <a:ext uri="{FF2B5EF4-FFF2-40B4-BE49-F238E27FC236}">
                  <a16:creationId xmlns:a16="http://schemas.microsoft.com/office/drawing/2014/main" id="{C9974AB6-27CF-D425-A615-0D3FCDCD48D8}"/>
                </a:ext>
              </a:extLst>
            </p:cNvPr>
            <p:cNvSpPr/>
            <p:nvPr/>
          </p:nvSpPr>
          <p:spPr>
            <a:xfrm>
              <a:off x="5925036" y="2475870"/>
              <a:ext cx="274953" cy="308347"/>
            </a:xfrm>
            <a:custGeom>
              <a:avLst/>
              <a:gdLst/>
              <a:ahLst/>
              <a:cxnLst/>
              <a:rect l="l" t="t" r="r" b="b"/>
              <a:pathLst>
                <a:path w="274953" h="308347" extrusionOk="0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4532;p48">
              <a:extLst>
                <a:ext uri="{FF2B5EF4-FFF2-40B4-BE49-F238E27FC236}">
                  <a16:creationId xmlns:a16="http://schemas.microsoft.com/office/drawing/2014/main" id="{9E17A31B-66F0-55A7-FB3B-59BABFFEE102}"/>
                </a:ext>
              </a:extLst>
            </p:cNvPr>
            <p:cNvSpPr/>
            <p:nvPr/>
          </p:nvSpPr>
          <p:spPr>
            <a:xfrm>
              <a:off x="5845497" y="2576533"/>
              <a:ext cx="400459" cy="461811"/>
            </a:xfrm>
            <a:custGeom>
              <a:avLst/>
              <a:gdLst/>
              <a:ahLst/>
              <a:cxnLst/>
              <a:rect l="l" t="t" r="r" b="b"/>
              <a:pathLst>
                <a:path w="400459" h="461811" extrusionOk="0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4533;p48">
              <a:extLst>
                <a:ext uri="{FF2B5EF4-FFF2-40B4-BE49-F238E27FC236}">
                  <a16:creationId xmlns:a16="http://schemas.microsoft.com/office/drawing/2014/main" id="{49FE3D9E-194A-54E0-C02E-2E3FD40C9805}"/>
                </a:ext>
              </a:extLst>
            </p:cNvPr>
            <p:cNvSpPr/>
            <p:nvPr/>
          </p:nvSpPr>
          <p:spPr>
            <a:xfrm>
              <a:off x="5916607" y="2198526"/>
              <a:ext cx="294816" cy="364308"/>
            </a:xfrm>
            <a:custGeom>
              <a:avLst/>
              <a:gdLst/>
              <a:ahLst/>
              <a:cxnLst/>
              <a:rect l="l" t="t" r="r" b="b"/>
              <a:pathLst>
                <a:path w="294816" h="364308" extrusionOk="0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4534;p48">
              <a:extLst>
                <a:ext uri="{FF2B5EF4-FFF2-40B4-BE49-F238E27FC236}">
                  <a16:creationId xmlns:a16="http://schemas.microsoft.com/office/drawing/2014/main" id="{D9DDC9B8-D800-50F3-FD07-233960454D59}"/>
                </a:ext>
              </a:extLst>
            </p:cNvPr>
            <p:cNvSpPr/>
            <p:nvPr/>
          </p:nvSpPr>
          <p:spPr>
            <a:xfrm>
              <a:off x="5928072" y="2197020"/>
              <a:ext cx="296585" cy="278850"/>
            </a:xfrm>
            <a:custGeom>
              <a:avLst/>
              <a:gdLst/>
              <a:ahLst/>
              <a:cxnLst/>
              <a:rect l="l" t="t" r="r" b="b"/>
              <a:pathLst>
                <a:path w="296585" h="278850" extrusionOk="0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4535;p48">
              <a:extLst>
                <a:ext uri="{FF2B5EF4-FFF2-40B4-BE49-F238E27FC236}">
                  <a16:creationId xmlns:a16="http://schemas.microsoft.com/office/drawing/2014/main" id="{378218D3-D7A0-97BC-A2DE-00DC3C94BFFF}"/>
                </a:ext>
              </a:extLst>
            </p:cNvPr>
            <p:cNvSpPr/>
            <p:nvPr/>
          </p:nvSpPr>
          <p:spPr>
            <a:xfrm>
              <a:off x="5977205" y="4610895"/>
              <a:ext cx="232912" cy="178155"/>
            </a:xfrm>
            <a:custGeom>
              <a:avLst/>
              <a:gdLst/>
              <a:ahLst/>
              <a:cxnLst/>
              <a:rect l="l" t="t" r="r" b="b"/>
              <a:pathLst>
                <a:path w="232912" h="178155" extrusionOk="0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4536;p48">
              <a:extLst>
                <a:ext uri="{FF2B5EF4-FFF2-40B4-BE49-F238E27FC236}">
                  <a16:creationId xmlns:a16="http://schemas.microsoft.com/office/drawing/2014/main" id="{6E9F944F-001F-F366-CCF9-18CD444481A5}"/>
                </a:ext>
              </a:extLst>
            </p:cNvPr>
            <p:cNvSpPr/>
            <p:nvPr/>
          </p:nvSpPr>
          <p:spPr>
            <a:xfrm>
              <a:off x="5978157" y="4667764"/>
              <a:ext cx="231905" cy="121227"/>
            </a:xfrm>
            <a:custGeom>
              <a:avLst/>
              <a:gdLst/>
              <a:ahLst/>
              <a:cxnLst/>
              <a:rect l="l" t="t" r="r" b="b"/>
              <a:pathLst>
                <a:path w="231905" h="121227" extrusionOk="0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4537;p48">
              <a:extLst>
                <a:ext uri="{FF2B5EF4-FFF2-40B4-BE49-F238E27FC236}">
                  <a16:creationId xmlns:a16="http://schemas.microsoft.com/office/drawing/2014/main" id="{4A2B7FDA-009A-B054-C333-BC9F9B10FB56}"/>
                </a:ext>
              </a:extLst>
            </p:cNvPr>
            <p:cNvSpPr/>
            <p:nvPr/>
          </p:nvSpPr>
          <p:spPr>
            <a:xfrm>
              <a:off x="5800764" y="4571652"/>
              <a:ext cx="213680" cy="165568"/>
            </a:xfrm>
            <a:custGeom>
              <a:avLst/>
              <a:gdLst/>
              <a:ahLst/>
              <a:cxnLst/>
              <a:rect l="l" t="t" r="r" b="b"/>
              <a:pathLst>
                <a:path w="213680" h="165568" extrusionOk="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4538;p48">
              <a:extLst>
                <a:ext uri="{FF2B5EF4-FFF2-40B4-BE49-F238E27FC236}">
                  <a16:creationId xmlns:a16="http://schemas.microsoft.com/office/drawing/2014/main" id="{E1AC184F-C9F6-1882-CABF-B08A5F1EC39B}"/>
                </a:ext>
              </a:extLst>
            </p:cNvPr>
            <p:cNvSpPr/>
            <p:nvPr/>
          </p:nvSpPr>
          <p:spPr>
            <a:xfrm>
              <a:off x="5801482" y="4626139"/>
              <a:ext cx="212755" cy="111143"/>
            </a:xfrm>
            <a:custGeom>
              <a:avLst/>
              <a:gdLst/>
              <a:ahLst/>
              <a:cxnLst/>
              <a:rect l="l" t="t" r="r" b="b"/>
              <a:pathLst>
                <a:path w="212755" h="111143" extrusionOk="0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4539;p48">
              <a:extLst>
                <a:ext uri="{FF2B5EF4-FFF2-40B4-BE49-F238E27FC236}">
                  <a16:creationId xmlns:a16="http://schemas.microsoft.com/office/drawing/2014/main" id="{959D9B6F-C13A-AAA2-8E07-8965716CD20F}"/>
                </a:ext>
              </a:extLst>
            </p:cNvPr>
            <p:cNvSpPr/>
            <p:nvPr/>
          </p:nvSpPr>
          <p:spPr>
            <a:xfrm>
              <a:off x="5835285" y="3032607"/>
              <a:ext cx="455829" cy="1595222"/>
            </a:xfrm>
            <a:custGeom>
              <a:avLst/>
              <a:gdLst/>
              <a:ahLst/>
              <a:cxnLst/>
              <a:rect l="l" t="t" r="r" b="b"/>
              <a:pathLst>
                <a:path w="455829" h="1595222" extrusionOk="0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4540;p48">
              <a:extLst>
                <a:ext uri="{FF2B5EF4-FFF2-40B4-BE49-F238E27FC236}">
                  <a16:creationId xmlns:a16="http://schemas.microsoft.com/office/drawing/2014/main" id="{491DE747-AEAE-099E-15F9-C98A9D13CD5C}"/>
                </a:ext>
              </a:extLst>
            </p:cNvPr>
            <p:cNvSpPr/>
            <p:nvPr/>
          </p:nvSpPr>
          <p:spPr>
            <a:xfrm>
              <a:off x="5815995" y="3000698"/>
              <a:ext cx="485198" cy="1060979"/>
            </a:xfrm>
            <a:custGeom>
              <a:avLst/>
              <a:gdLst/>
              <a:ahLst/>
              <a:cxnLst/>
              <a:rect l="l" t="t" r="r" b="b"/>
              <a:pathLst>
                <a:path w="485198" h="1060979" extrusionOk="0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541;p48">
              <a:extLst>
                <a:ext uri="{FF2B5EF4-FFF2-40B4-BE49-F238E27FC236}">
                  <a16:creationId xmlns:a16="http://schemas.microsoft.com/office/drawing/2014/main" id="{FCD4DB26-4CDF-B7A1-4599-D3DA98ADF637}"/>
                </a:ext>
              </a:extLst>
            </p:cNvPr>
            <p:cNvSpPr/>
            <p:nvPr/>
          </p:nvSpPr>
          <p:spPr>
            <a:xfrm>
              <a:off x="5561118" y="2683306"/>
              <a:ext cx="698939" cy="609714"/>
            </a:xfrm>
            <a:custGeom>
              <a:avLst/>
              <a:gdLst/>
              <a:ahLst/>
              <a:cxnLst/>
              <a:rect l="l" t="t" r="r" b="b"/>
              <a:pathLst>
                <a:path w="698939" h="609714" extrusionOk="0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542;p48">
              <a:extLst>
                <a:ext uri="{FF2B5EF4-FFF2-40B4-BE49-F238E27FC236}">
                  <a16:creationId xmlns:a16="http://schemas.microsoft.com/office/drawing/2014/main" id="{B90F1377-E1DE-66E8-7404-991F90634DAC}"/>
                </a:ext>
              </a:extLst>
            </p:cNvPr>
            <p:cNvSpPr/>
            <p:nvPr/>
          </p:nvSpPr>
          <p:spPr>
            <a:xfrm>
              <a:off x="6103702" y="2644294"/>
              <a:ext cx="168312" cy="197615"/>
            </a:xfrm>
            <a:custGeom>
              <a:avLst/>
              <a:gdLst/>
              <a:ahLst/>
              <a:cxnLst/>
              <a:rect l="l" t="t" r="r" b="b"/>
              <a:pathLst>
                <a:path w="168312" h="197615" extrusionOk="0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543;p48">
              <a:extLst>
                <a:ext uri="{FF2B5EF4-FFF2-40B4-BE49-F238E27FC236}">
                  <a16:creationId xmlns:a16="http://schemas.microsoft.com/office/drawing/2014/main" id="{F9C25671-542B-2A71-446F-F2AED99B2F24}"/>
                </a:ext>
              </a:extLst>
            </p:cNvPr>
            <p:cNvSpPr/>
            <p:nvPr/>
          </p:nvSpPr>
          <p:spPr>
            <a:xfrm>
              <a:off x="5833319" y="2576558"/>
              <a:ext cx="135999" cy="142961"/>
            </a:xfrm>
            <a:custGeom>
              <a:avLst/>
              <a:gdLst/>
              <a:ahLst/>
              <a:cxnLst/>
              <a:rect l="l" t="t" r="r" b="b"/>
              <a:pathLst>
                <a:path w="135999" h="142961" extrusionOk="0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544;p48">
              <a:extLst>
                <a:ext uri="{FF2B5EF4-FFF2-40B4-BE49-F238E27FC236}">
                  <a16:creationId xmlns:a16="http://schemas.microsoft.com/office/drawing/2014/main" id="{7452BD49-A12F-7D0C-F6C2-4A9C10FAAD57}"/>
                </a:ext>
              </a:extLst>
            </p:cNvPr>
            <p:cNvSpPr/>
            <p:nvPr/>
          </p:nvSpPr>
          <p:spPr>
            <a:xfrm>
              <a:off x="2925535" y="2722330"/>
              <a:ext cx="1200895" cy="746478"/>
            </a:xfrm>
            <a:custGeom>
              <a:avLst/>
              <a:gdLst/>
              <a:ahLst/>
              <a:cxnLst/>
              <a:rect l="l" t="t" r="r" b="b"/>
              <a:pathLst>
                <a:path w="1200895" h="746478" extrusionOk="0">
                  <a:moveTo>
                    <a:pt x="1109954" y="738045"/>
                  </a:moveTo>
                  <a:lnTo>
                    <a:pt x="30323" y="113395"/>
                  </a:lnTo>
                  <a:cubicBezTo>
                    <a:pt x="1323" y="96612"/>
                    <a:pt x="-8610" y="59446"/>
                    <a:pt x="8136" y="30385"/>
                  </a:cubicBezTo>
                  <a:cubicBezTo>
                    <a:pt x="13457" y="21145"/>
                    <a:pt x="21109" y="13478"/>
                    <a:pt x="30323" y="8144"/>
                  </a:cubicBezTo>
                  <a:lnTo>
                    <a:pt x="30323" y="8144"/>
                  </a:lnTo>
                  <a:cubicBezTo>
                    <a:pt x="49084" y="-2715"/>
                    <a:pt x="72197" y="-2715"/>
                    <a:pt x="90957" y="8144"/>
                  </a:cubicBezTo>
                  <a:lnTo>
                    <a:pt x="1170588" y="633270"/>
                  </a:lnTo>
                  <a:cubicBezTo>
                    <a:pt x="1199584" y="650062"/>
                    <a:pt x="1209506" y="687229"/>
                    <a:pt x="1192750" y="716290"/>
                  </a:cubicBezTo>
                  <a:cubicBezTo>
                    <a:pt x="1186117" y="727805"/>
                    <a:pt x="1175891" y="736816"/>
                    <a:pt x="1163650" y="741950"/>
                  </a:cubicBezTo>
                  <a:lnTo>
                    <a:pt x="1163650" y="741950"/>
                  </a:lnTo>
                  <a:cubicBezTo>
                    <a:pt x="1146125" y="749151"/>
                    <a:pt x="1126253" y="747703"/>
                    <a:pt x="1109954" y="7380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545;p48">
              <a:extLst>
                <a:ext uri="{FF2B5EF4-FFF2-40B4-BE49-F238E27FC236}">
                  <a16:creationId xmlns:a16="http://schemas.microsoft.com/office/drawing/2014/main" id="{5F77DD8A-97D8-154A-CB11-5BADC8605FBD}"/>
                </a:ext>
              </a:extLst>
            </p:cNvPr>
            <p:cNvSpPr/>
            <p:nvPr/>
          </p:nvSpPr>
          <p:spPr>
            <a:xfrm>
              <a:off x="2868613" y="1365288"/>
              <a:ext cx="1401428" cy="1812876"/>
            </a:xfrm>
            <a:custGeom>
              <a:avLst/>
              <a:gdLst/>
              <a:ahLst/>
              <a:cxnLst/>
              <a:rect l="l" t="t" r="r" b="b"/>
              <a:pathLst>
                <a:path w="1401428" h="1812876" extrusionOk="0">
                  <a:moveTo>
                    <a:pt x="700714" y="1717230"/>
                  </a:moveTo>
                  <a:cubicBezTo>
                    <a:pt x="314290" y="1493678"/>
                    <a:pt x="0" y="947991"/>
                    <a:pt x="0" y="500888"/>
                  </a:cubicBezTo>
                  <a:cubicBezTo>
                    <a:pt x="0" y="53784"/>
                    <a:pt x="314290" y="-127762"/>
                    <a:pt x="700714" y="95504"/>
                  </a:cubicBezTo>
                  <a:cubicBezTo>
                    <a:pt x="1087138" y="318770"/>
                    <a:pt x="1401428" y="864647"/>
                    <a:pt x="1401428" y="1311846"/>
                  </a:cubicBezTo>
                  <a:cubicBezTo>
                    <a:pt x="1401428" y="1759045"/>
                    <a:pt x="1087043" y="1940782"/>
                    <a:pt x="700714" y="1717230"/>
                  </a:cubicBezTo>
                  <a:close/>
                  <a:moveTo>
                    <a:pt x="700714" y="240855"/>
                  </a:moveTo>
                  <a:cubicBezTo>
                    <a:pt x="383478" y="57308"/>
                    <a:pt x="125355" y="206660"/>
                    <a:pt x="125355" y="573754"/>
                  </a:cubicBezTo>
                  <a:cubicBezTo>
                    <a:pt x="125355" y="940847"/>
                    <a:pt x="383478" y="1388808"/>
                    <a:pt x="700714" y="1572355"/>
                  </a:cubicBezTo>
                  <a:cubicBezTo>
                    <a:pt x="1017951" y="1755902"/>
                    <a:pt x="1275978" y="1606645"/>
                    <a:pt x="1275978" y="1239551"/>
                  </a:cubicBezTo>
                  <a:cubicBezTo>
                    <a:pt x="1275978" y="872458"/>
                    <a:pt x="1017951" y="424116"/>
                    <a:pt x="700714" y="2405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546;p48">
              <a:extLst>
                <a:ext uri="{FF2B5EF4-FFF2-40B4-BE49-F238E27FC236}">
                  <a16:creationId xmlns:a16="http://schemas.microsoft.com/office/drawing/2014/main" id="{E7192F85-3D73-C58F-6DFB-A2A7CDE8EDB4}"/>
                </a:ext>
              </a:extLst>
            </p:cNvPr>
            <p:cNvSpPr/>
            <p:nvPr/>
          </p:nvSpPr>
          <p:spPr>
            <a:xfrm>
              <a:off x="2977907" y="1395545"/>
              <a:ext cx="128396" cy="88201"/>
            </a:xfrm>
            <a:custGeom>
              <a:avLst/>
              <a:gdLst/>
              <a:ahLst/>
              <a:cxnLst/>
              <a:rect l="l" t="t" r="r" b="b"/>
              <a:pathLst>
                <a:path w="128396" h="88201" extrusionOk="0">
                  <a:moveTo>
                    <a:pt x="0" y="70295"/>
                  </a:moveTo>
                  <a:lnTo>
                    <a:pt x="128396" y="0"/>
                  </a:lnTo>
                  <a:lnTo>
                    <a:pt x="109198" y="88201"/>
                  </a:lnTo>
                  <a:lnTo>
                    <a:pt x="0" y="70295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547;p48">
              <a:extLst>
                <a:ext uri="{FF2B5EF4-FFF2-40B4-BE49-F238E27FC236}">
                  <a16:creationId xmlns:a16="http://schemas.microsoft.com/office/drawing/2014/main" id="{CB19DDAC-2030-430C-FE2D-9A59315FF616}"/>
                </a:ext>
              </a:extLst>
            </p:cNvPr>
            <p:cNvSpPr/>
            <p:nvPr/>
          </p:nvSpPr>
          <p:spPr>
            <a:xfrm>
              <a:off x="3945392" y="3100901"/>
              <a:ext cx="140370" cy="95440"/>
            </a:xfrm>
            <a:custGeom>
              <a:avLst/>
              <a:gdLst/>
              <a:ahLst/>
              <a:cxnLst/>
              <a:rect l="l" t="t" r="r" b="b"/>
              <a:pathLst>
                <a:path w="140370" h="95440" extrusionOk="0">
                  <a:moveTo>
                    <a:pt x="0" y="95440"/>
                  </a:moveTo>
                  <a:cubicBezTo>
                    <a:pt x="3136" y="94012"/>
                    <a:pt x="140371" y="17050"/>
                    <a:pt x="140371" y="17050"/>
                  </a:cubicBezTo>
                  <a:lnTo>
                    <a:pt x="34309" y="0"/>
                  </a:lnTo>
                  <a:close/>
                </a:path>
              </a:pathLst>
            </a:custGeom>
            <a:solidFill>
              <a:srgbClr val="D33D3D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548;p48">
              <a:extLst>
                <a:ext uri="{FF2B5EF4-FFF2-40B4-BE49-F238E27FC236}">
                  <a16:creationId xmlns:a16="http://schemas.microsoft.com/office/drawing/2014/main" id="{79ED059B-A3CA-0C5F-4C26-6E5987CFF97E}"/>
                </a:ext>
              </a:extLst>
            </p:cNvPr>
            <p:cNvSpPr/>
            <p:nvPr/>
          </p:nvSpPr>
          <p:spPr>
            <a:xfrm rot="-1801764">
              <a:off x="2958862" y="1416978"/>
              <a:ext cx="1040879" cy="1807000"/>
            </a:xfrm>
            <a:custGeom>
              <a:avLst/>
              <a:gdLst/>
              <a:ahLst/>
              <a:cxnLst/>
              <a:rect l="l" t="t" r="r" b="b"/>
              <a:pathLst>
                <a:path w="1041804" h="1808606" extrusionOk="0">
                  <a:moveTo>
                    <a:pt x="1041805" y="904303"/>
                  </a:moveTo>
                  <a:cubicBezTo>
                    <a:pt x="1041805" y="1403736"/>
                    <a:pt x="808589" y="1808606"/>
                    <a:pt x="520902" y="1808606"/>
                  </a:cubicBezTo>
                  <a:cubicBezTo>
                    <a:pt x="233216" y="1808606"/>
                    <a:pt x="0" y="1403736"/>
                    <a:pt x="0" y="904303"/>
                  </a:cubicBezTo>
                  <a:cubicBezTo>
                    <a:pt x="0" y="404870"/>
                    <a:pt x="233216" y="0"/>
                    <a:pt x="520902" y="0"/>
                  </a:cubicBezTo>
                  <a:cubicBezTo>
                    <a:pt x="808589" y="0"/>
                    <a:pt x="1041805" y="404870"/>
                    <a:pt x="1041805" y="90430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549;p48">
              <a:extLst>
                <a:ext uri="{FF2B5EF4-FFF2-40B4-BE49-F238E27FC236}">
                  <a16:creationId xmlns:a16="http://schemas.microsoft.com/office/drawing/2014/main" id="{523039F2-0752-0061-0768-414CC3B1F05E}"/>
                </a:ext>
              </a:extLst>
            </p:cNvPr>
            <p:cNvSpPr/>
            <p:nvPr/>
          </p:nvSpPr>
          <p:spPr>
            <a:xfrm>
              <a:off x="2779183" y="1414991"/>
              <a:ext cx="1401428" cy="1812826"/>
            </a:xfrm>
            <a:custGeom>
              <a:avLst/>
              <a:gdLst/>
              <a:ahLst/>
              <a:cxnLst/>
              <a:rect l="l" t="t" r="r" b="b"/>
              <a:pathLst>
                <a:path w="1401428" h="1812826" extrusionOk="0">
                  <a:moveTo>
                    <a:pt x="700714" y="1717343"/>
                  </a:moveTo>
                  <a:cubicBezTo>
                    <a:pt x="314480" y="1493695"/>
                    <a:pt x="0" y="948104"/>
                    <a:pt x="0" y="500905"/>
                  </a:cubicBezTo>
                  <a:cubicBezTo>
                    <a:pt x="0" y="53706"/>
                    <a:pt x="314385" y="-127745"/>
                    <a:pt x="700714" y="95521"/>
                  </a:cubicBezTo>
                  <a:cubicBezTo>
                    <a:pt x="1087043" y="318787"/>
                    <a:pt x="1401428" y="864760"/>
                    <a:pt x="1401428" y="1311863"/>
                  </a:cubicBezTo>
                  <a:cubicBezTo>
                    <a:pt x="1401428" y="1758967"/>
                    <a:pt x="1087138" y="1940609"/>
                    <a:pt x="700714" y="1717343"/>
                  </a:cubicBezTo>
                  <a:close/>
                  <a:moveTo>
                    <a:pt x="700714" y="240967"/>
                  </a:moveTo>
                  <a:cubicBezTo>
                    <a:pt x="383573" y="57421"/>
                    <a:pt x="125450" y="206678"/>
                    <a:pt x="125450" y="573771"/>
                  </a:cubicBezTo>
                  <a:cubicBezTo>
                    <a:pt x="125450" y="940864"/>
                    <a:pt x="383573" y="1388920"/>
                    <a:pt x="700714" y="1572467"/>
                  </a:cubicBezTo>
                  <a:cubicBezTo>
                    <a:pt x="1017855" y="1756014"/>
                    <a:pt x="1276073" y="1606662"/>
                    <a:pt x="1276073" y="1239568"/>
                  </a:cubicBezTo>
                  <a:cubicBezTo>
                    <a:pt x="1276073" y="872475"/>
                    <a:pt x="1017760" y="424229"/>
                    <a:pt x="700714" y="2406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550;p48">
              <a:extLst>
                <a:ext uri="{FF2B5EF4-FFF2-40B4-BE49-F238E27FC236}">
                  <a16:creationId xmlns:a16="http://schemas.microsoft.com/office/drawing/2014/main" id="{0EB9E49F-7319-DD64-194C-7F14A173D72D}"/>
                </a:ext>
              </a:extLst>
            </p:cNvPr>
            <p:cNvSpPr/>
            <p:nvPr/>
          </p:nvSpPr>
          <p:spPr>
            <a:xfrm>
              <a:off x="3046144" y="1759790"/>
              <a:ext cx="868170" cy="1123263"/>
            </a:xfrm>
            <a:custGeom>
              <a:avLst/>
              <a:gdLst/>
              <a:ahLst/>
              <a:cxnLst/>
              <a:rect l="l" t="t" r="r" b="b"/>
              <a:pathLst>
                <a:path w="868170" h="1123263" extrusionOk="0">
                  <a:moveTo>
                    <a:pt x="433753" y="1063934"/>
                  </a:moveTo>
                  <a:cubicBezTo>
                    <a:pt x="194447" y="925440"/>
                    <a:pt x="0" y="587398"/>
                    <a:pt x="0" y="310411"/>
                  </a:cubicBezTo>
                  <a:cubicBezTo>
                    <a:pt x="0" y="33424"/>
                    <a:pt x="194733" y="-79257"/>
                    <a:pt x="434038" y="59237"/>
                  </a:cubicBezTo>
                  <a:cubicBezTo>
                    <a:pt x="673343" y="197730"/>
                    <a:pt x="868171" y="535487"/>
                    <a:pt x="868171" y="812759"/>
                  </a:cubicBezTo>
                  <a:cubicBezTo>
                    <a:pt x="868171" y="1090032"/>
                    <a:pt x="673153" y="1202523"/>
                    <a:pt x="433753" y="1063934"/>
                  </a:cubicBezTo>
                  <a:close/>
                  <a:moveTo>
                    <a:pt x="433753" y="204398"/>
                  </a:moveTo>
                  <a:cubicBezTo>
                    <a:pt x="263540" y="105909"/>
                    <a:pt x="125070" y="186015"/>
                    <a:pt x="125070" y="382992"/>
                  </a:cubicBezTo>
                  <a:cubicBezTo>
                    <a:pt x="125070" y="579969"/>
                    <a:pt x="263540" y="820380"/>
                    <a:pt x="433753" y="918868"/>
                  </a:cubicBezTo>
                  <a:cubicBezTo>
                    <a:pt x="603966" y="1017356"/>
                    <a:pt x="742436" y="937156"/>
                    <a:pt x="742436" y="740179"/>
                  </a:cubicBezTo>
                  <a:cubicBezTo>
                    <a:pt x="742436" y="543202"/>
                    <a:pt x="603966" y="302886"/>
                    <a:pt x="433753" y="2043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551;p48">
              <a:extLst>
                <a:ext uri="{FF2B5EF4-FFF2-40B4-BE49-F238E27FC236}">
                  <a16:creationId xmlns:a16="http://schemas.microsoft.com/office/drawing/2014/main" id="{3E912782-8101-D350-B178-DCD3A856B54D}"/>
                </a:ext>
              </a:extLst>
            </p:cNvPr>
            <p:cNvSpPr/>
            <p:nvPr/>
          </p:nvSpPr>
          <p:spPr>
            <a:xfrm>
              <a:off x="3308258" y="2099261"/>
              <a:ext cx="343371" cy="444102"/>
            </a:xfrm>
            <a:custGeom>
              <a:avLst/>
              <a:gdLst/>
              <a:ahLst/>
              <a:cxnLst/>
              <a:rect l="l" t="t" r="r" b="b"/>
              <a:pathLst>
                <a:path w="343371" h="444102" extrusionOk="0">
                  <a:moveTo>
                    <a:pt x="171638" y="420806"/>
                  </a:moveTo>
                  <a:cubicBezTo>
                    <a:pt x="76600" y="366037"/>
                    <a:pt x="0" y="232306"/>
                    <a:pt x="0" y="122768"/>
                  </a:cubicBezTo>
                  <a:cubicBezTo>
                    <a:pt x="0" y="13231"/>
                    <a:pt x="76981" y="-31346"/>
                    <a:pt x="171638" y="23423"/>
                  </a:cubicBezTo>
                  <a:cubicBezTo>
                    <a:pt x="266296" y="78191"/>
                    <a:pt x="343372" y="211922"/>
                    <a:pt x="343372" y="321460"/>
                  </a:cubicBezTo>
                  <a:cubicBezTo>
                    <a:pt x="343372" y="430997"/>
                    <a:pt x="266391" y="475289"/>
                    <a:pt x="171638" y="420806"/>
                  </a:cubicBezTo>
                  <a:close/>
                  <a:moveTo>
                    <a:pt x="171638" y="168584"/>
                  </a:moveTo>
                  <a:cubicBezTo>
                    <a:pt x="146168" y="153820"/>
                    <a:pt x="125355" y="165821"/>
                    <a:pt x="125355" y="195349"/>
                  </a:cubicBezTo>
                  <a:cubicBezTo>
                    <a:pt x="127170" y="227962"/>
                    <a:pt x="144353" y="257776"/>
                    <a:pt x="171638" y="275644"/>
                  </a:cubicBezTo>
                  <a:cubicBezTo>
                    <a:pt x="197204" y="290408"/>
                    <a:pt x="217922" y="278407"/>
                    <a:pt x="217922" y="248879"/>
                  </a:cubicBezTo>
                  <a:cubicBezTo>
                    <a:pt x="216145" y="216247"/>
                    <a:pt x="198952" y="186424"/>
                    <a:pt x="171638" y="16858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552;p48">
              <a:extLst>
                <a:ext uri="{FF2B5EF4-FFF2-40B4-BE49-F238E27FC236}">
                  <a16:creationId xmlns:a16="http://schemas.microsoft.com/office/drawing/2014/main" id="{3749F5F4-A2C0-3581-FE0C-D4222BB7D20C}"/>
                </a:ext>
              </a:extLst>
            </p:cNvPr>
            <p:cNvSpPr/>
            <p:nvPr/>
          </p:nvSpPr>
          <p:spPr>
            <a:xfrm>
              <a:off x="2221786" y="2914306"/>
              <a:ext cx="208703" cy="88772"/>
            </a:xfrm>
            <a:custGeom>
              <a:avLst/>
              <a:gdLst/>
              <a:ahLst/>
              <a:cxnLst/>
              <a:rect l="l" t="t" r="r" b="b"/>
              <a:pathLst>
                <a:path w="208703" h="88772" extrusionOk="0">
                  <a:moveTo>
                    <a:pt x="64246" y="87916"/>
                  </a:moveTo>
                  <a:lnTo>
                    <a:pt x="0" y="88773"/>
                  </a:lnTo>
                  <a:lnTo>
                    <a:pt x="208703" y="0"/>
                  </a:lnTo>
                  <a:lnTo>
                    <a:pt x="87720" y="75342"/>
                  </a:lnTo>
                  <a:lnTo>
                    <a:pt x="64246" y="87916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553;p48">
              <a:extLst>
                <a:ext uri="{FF2B5EF4-FFF2-40B4-BE49-F238E27FC236}">
                  <a16:creationId xmlns:a16="http://schemas.microsoft.com/office/drawing/2014/main" id="{C767D038-4DEF-6F0E-9C50-07CEDB2237DF}"/>
                </a:ext>
              </a:extLst>
            </p:cNvPr>
            <p:cNvSpPr/>
            <p:nvPr/>
          </p:nvSpPr>
          <p:spPr>
            <a:xfrm rot="-1801764">
              <a:off x="2288993" y="2988576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6"/>
                    <a:pt x="20801" y="46482"/>
                    <a:pt x="13400" y="46482"/>
                  </a:cubicBezTo>
                  <a:cubicBezTo>
                    <a:pt x="6000" y="46482"/>
                    <a:pt x="0" y="36076"/>
                    <a:pt x="0" y="23241"/>
                  </a:cubicBezTo>
                  <a:cubicBezTo>
                    <a:pt x="0" y="10405"/>
                    <a:pt x="6000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554;p48">
              <a:extLst>
                <a:ext uri="{FF2B5EF4-FFF2-40B4-BE49-F238E27FC236}">
                  <a16:creationId xmlns:a16="http://schemas.microsoft.com/office/drawing/2014/main" id="{945F3D68-20AA-105E-B045-AC0A9CFB5358}"/>
                </a:ext>
              </a:extLst>
            </p:cNvPr>
            <p:cNvSpPr/>
            <p:nvPr/>
          </p:nvSpPr>
          <p:spPr>
            <a:xfrm rot="-1801764">
              <a:off x="3469496" y="2304051"/>
              <a:ext cx="26776" cy="46440"/>
            </a:xfrm>
            <a:custGeom>
              <a:avLst/>
              <a:gdLst/>
              <a:ahLst/>
              <a:cxnLst/>
              <a:rect l="l" t="t" r="r" b="b"/>
              <a:pathLst>
                <a:path w="26800" h="46481" extrusionOk="0">
                  <a:moveTo>
                    <a:pt x="26801" y="23241"/>
                  </a:moveTo>
                  <a:cubicBezTo>
                    <a:pt x="26801" y="36077"/>
                    <a:pt x="20801" y="46482"/>
                    <a:pt x="13400" y="46482"/>
                  </a:cubicBezTo>
                  <a:cubicBezTo>
                    <a:pt x="5999" y="46482"/>
                    <a:pt x="0" y="36077"/>
                    <a:pt x="0" y="23241"/>
                  </a:cubicBezTo>
                  <a:cubicBezTo>
                    <a:pt x="0" y="10405"/>
                    <a:pt x="5999" y="0"/>
                    <a:pt x="13400" y="0"/>
                  </a:cubicBezTo>
                  <a:cubicBezTo>
                    <a:pt x="20801" y="0"/>
                    <a:pt x="26801" y="10405"/>
                    <a:pt x="26801" y="23241"/>
                  </a:cubicBez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555;p48">
              <a:extLst>
                <a:ext uri="{FF2B5EF4-FFF2-40B4-BE49-F238E27FC236}">
                  <a16:creationId xmlns:a16="http://schemas.microsoft.com/office/drawing/2014/main" id="{F5D59B05-4E49-51D9-A970-C3C5311F7243}"/>
                </a:ext>
              </a:extLst>
            </p:cNvPr>
            <p:cNvSpPr/>
            <p:nvPr/>
          </p:nvSpPr>
          <p:spPr>
            <a:xfrm>
              <a:off x="2314638" y="2924117"/>
              <a:ext cx="167836" cy="171354"/>
            </a:xfrm>
            <a:custGeom>
              <a:avLst/>
              <a:gdLst/>
              <a:ahLst/>
              <a:cxnLst/>
              <a:rect l="l" t="t" r="r" b="b"/>
              <a:pathLst>
                <a:path w="167836" h="171354" extrusionOk="0">
                  <a:moveTo>
                    <a:pt x="15301" y="171355"/>
                  </a:moveTo>
                  <a:lnTo>
                    <a:pt x="0" y="107251"/>
                  </a:lnTo>
                  <a:lnTo>
                    <a:pt x="167837" y="0"/>
                  </a:lnTo>
                  <a:lnTo>
                    <a:pt x="160519" y="15145"/>
                  </a:lnTo>
                  <a:lnTo>
                    <a:pt x="15301" y="171355"/>
                  </a:ln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556;p48">
              <a:extLst>
                <a:ext uri="{FF2B5EF4-FFF2-40B4-BE49-F238E27FC236}">
                  <a16:creationId xmlns:a16="http://schemas.microsoft.com/office/drawing/2014/main" id="{62D17EAE-6EF3-593F-1597-E4517F517E72}"/>
                </a:ext>
              </a:extLst>
            </p:cNvPr>
            <p:cNvSpPr/>
            <p:nvPr/>
          </p:nvSpPr>
          <p:spPr>
            <a:xfrm>
              <a:off x="2290498" y="2306802"/>
              <a:ext cx="1203749" cy="724947"/>
            </a:xfrm>
            <a:custGeom>
              <a:avLst/>
              <a:gdLst/>
              <a:ahLst/>
              <a:cxnLst/>
              <a:rect l="l" t="t" r="r" b="b"/>
              <a:pathLst>
                <a:path w="1203749" h="724947" extrusionOk="0">
                  <a:moveTo>
                    <a:pt x="23855" y="724948"/>
                  </a:moveTo>
                  <a:cubicBezTo>
                    <a:pt x="25280" y="723709"/>
                    <a:pt x="1203750" y="40958"/>
                    <a:pt x="1203750" y="40958"/>
                  </a:cubicBezTo>
                  <a:lnTo>
                    <a:pt x="1182081" y="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E8A30A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7C166-7C73-CFE1-7E9F-395304A3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037B69F-900E-80EA-D9FC-0F121E0C76E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37B69F-900E-80EA-D9FC-0F121E0C76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3">
            <a:extLst>
              <a:ext uri="{FF2B5EF4-FFF2-40B4-BE49-F238E27FC236}">
                <a16:creationId xmlns:a16="http://schemas.microsoft.com/office/drawing/2014/main" id="{AB343D93-164F-838C-92AC-290B453B7377}"/>
              </a:ext>
            </a:extLst>
          </p:cNvPr>
          <p:cNvSpPr txBox="1">
            <a:spLocks/>
          </p:cNvSpPr>
          <p:nvPr/>
        </p:nvSpPr>
        <p:spPr>
          <a:xfrm>
            <a:off x="123952" y="98894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64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j-ea"/>
                <a:cs typeface="Arial" panose="020B0604020202020204" pitchFamily="34" charset="0"/>
              </a:rPr>
              <a:t>Executive Summary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068A8F-3D69-2FCA-B315-49B898137E47}"/>
              </a:ext>
            </a:extLst>
          </p:cNvPr>
          <p:cNvGrpSpPr/>
          <p:nvPr/>
        </p:nvGrpSpPr>
        <p:grpSpPr>
          <a:xfrm>
            <a:off x="142240" y="615288"/>
            <a:ext cx="10566400" cy="45719"/>
            <a:chOff x="142240" y="653388"/>
            <a:chExt cx="10566400" cy="4571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613721-5C91-1A5B-4C6F-D9E0938EDF09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463859-66EB-8DC7-B44E-EBF729952B56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90D2BC6-0C0F-64F4-3031-5F23AB25C535}"/>
              </a:ext>
            </a:extLst>
          </p:cNvPr>
          <p:cNvSpPr/>
          <p:nvPr/>
        </p:nvSpPr>
        <p:spPr>
          <a:xfrm>
            <a:off x="436880" y="918872"/>
            <a:ext cx="11318240" cy="532384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600" b="1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</a:t>
            </a: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CSFs are healthy in Supermarket, Tesco &amp; Convenience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implying satisfied consumers with low switching tendency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Iceland CSFs are relatively lower due to price sensitive consumers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limiting consumer stickiness in that channel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kumimoji="0" lang="en-US" sz="16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600" b="1" i="1" u="sng">
                <a:solidFill>
                  <a:prstClr val="black"/>
                </a:solidFill>
                <a:latin typeface="Calibri" panose="020F0502020204030204"/>
              </a:rPr>
              <a:t>HP Brown Sauce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1" i="1">
                <a:solidFill>
                  <a:prstClr val="black"/>
                </a:solidFill>
                <a:latin typeface="Calibri" panose="020F0502020204030204"/>
              </a:rPr>
              <a:t>HP Brown Sauce retains pricing power </a:t>
            </a:r>
            <a:r>
              <a:rPr lang="en-US" sz="1600" i="1">
                <a:solidFill>
                  <a:prstClr val="black"/>
                </a:solidFill>
                <a:latin typeface="Calibri" panose="020F0502020204030204"/>
              </a:rPr>
              <a:t>across Supermarket, Tesco &amp; Iceland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600" i="1">
                <a:solidFill>
                  <a:schemeClr val="tx1"/>
                </a:solidFill>
              </a:rPr>
              <a:t>Consumers are </a:t>
            </a:r>
            <a:r>
              <a:rPr lang="en-US" sz="1600" b="1" i="1">
                <a:solidFill>
                  <a:schemeClr val="tx1"/>
                </a:solidFill>
              </a:rPr>
              <a:t>less likely to switch to other brands when HP increases price </a:t>
            </a:r>
            <a:r>
              <a:rPr lang="en-US" sz="1600" i="1">
                <a:solidFill>
                  <a:schemeClr val="tx1"/>
                </a:solidFill>
              </a:rPr>
              <a:t>– instead, they tend to exit the category or channel altogether. HP can consider strategic price increases to gain value share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sz="1600" i="1">
              <a:solidFill>
                <a:schemeClr val="tx1"/>
              </a:solidFill>
              <a:latin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HP is the only brand available in the Convenience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channel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no branded competition and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channel price elasticity of -0.82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HP faces relatively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inelastic demand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meaning volume is less sensitive to price changes. This provides room to modestly increase prices without significant volume loss, allowing HP to improve margins while still preserving channel volume</a:t>
            </a:r>
          </a:p>
          <a:p>
            <a:pPr lvl="1">
              <a:defRPr/>
            </a:pPr>
            <a:endParaRPr lang="en-US" sz="1600" i="1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en-US" sz="1600" b="1" i="1" u="sng">
                <a:solidFill>
                  <a:schemeClr val="tx1"/>
                </a:solidFill>
                <a:latin typeface="Calibri" panose="020F0502020204030204"/>
              </a:rPr>
              <a:t>Competition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Private Label has the strongest CSF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Supermarket and Tesco despite 7–10% price increases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1600" i="1">
                <a:solidFill>
                  <a:prstClr val="black"/>
                </a:solidFill>
                <a:latin typeface="Calibri" panose="020F0502020204030204"/>
              </a:rPr>
              <a:t>However, PL has limited price interaction with HP, reducing immediate switching risk</a:t>
            </a:r>
          </a:p>
          <a:p>
            <a:pPr lvl="1">
              <a:defRPr/>
            </a:pPr>
            <a:endParaRPr lang="en-US" sz="1600" i="1">
              <a:solidFill>
                <a:prstClr val="black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en-US" sz="1600" b="1" i="1" u="sng">
                <a:solidFill>
                  <a:prstClr val="black"/>
                </a:solidFill>
                <a:latin typeface="Calibri" panose="020F0502020204030204"/>
              </a:rPr>
              <a:t>PPG</a:t>
            </a:r>
            <a:endParaRPr lang="en-US" sz="1600" b="1" i="1" u="sng">
              <a:solidFill>
                <a:schemeClr val="tx1"/>
              </a:solidFill>
              <a:latin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b="1" i="1">
                <a:solidFill>
                  <a:schemeClr val="tx1"/>
                </a:solidFill>
                <a:latin typeface="Calibri" panose="020F0502020204030204"/>
              </a:rPr>
              <a:t>Discontinuation of Large Variant </a:t>
            </a:r>
            <a:r>
              <a:rPr lang="en-US" sz="1600" i="1">
                <a:solidFill>
                  <a:schemeClr val="tx1"/>
                </a:solidFill>
                <a:latin typeface="Calibri" panose="020F0502020204030204"/>
              </a:rPr>
              <a:t>in Daddies and Private Label,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only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HP retains the Large Variant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However, within HP PPGs, the Large Variant’s CSF is low in Supermarket and Tesco, suggesting </a:t>
            </a: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limited consumer preference </a:t>
            </a:r>
            <a:r>
              <a:rPr kumimoji="0" lang="en-US" sz="1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size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US" sz="1600" i="1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1616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CFEC-4D51-EB84-8E59-BE1C0A88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248C26B-8336-9149-848F-F6BC5393AE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48C26B-8336-9149-848F-F6BC5393AE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ev01">
            <a:extLst>
              <a:ext uri="{FF2B5EF4-FFF2-40B4-BE49-F238E27FC236}">
                <a16:creationId xmlns:a16="http://schemas.microsoft.com/office/drawing/2014/main" id="{4D4B9180-83C1-0E0B-76D1-DB81900EEF32}"/>
              </a:ext>
            </a:extLst>
          </p:cNvPr>
          <p:cNvSpPr/>
          <p:nvPr/>
        </p:nvSpPr>
        <p:spPr>
          <a:xfrm>
            <a:off x="215742" y="702089"/>
            <a:ext cx="4181546" cy="454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3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Supermarkets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B5F99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Helvetica Neue"/>
            </a:endParaRPr>
          </a:p>
          <a:p>
            <a:pPr marL="0" marR="0" lvl="0" indent="0" algn="ctr" defTabSz="121913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Change in: Value =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-3.4%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; Volume =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-3.5%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; Price =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0.1%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2D70418F-FDED-3956-9DB3-AD6249498A55}"/>
              </a:ext>
            </a:extLst>
          </p:cNvPr>
          <p:cNvSpPr txBox="1">
            <a:spLocks/>
          </p:cNvSpPr>
          <p:nvPr/>
        </p:nvSpPr>
        <p:spPr>
          <a:xfrm>
            <a:off x="123952" y="98894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64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j-ea"/>
                <a:cs typeface="Arial" panose="020B0604020202020204" pitchFamily="34" charset="0"/>
              </a:rPr>
              <a:t>UK – Brown Sauce – Market Context - (Mar’23 – Feb’24 v/s Mar’ 24 – Feb’25)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FD2F4C6-0D65-F2DE-4E6B-EE09BB44B926}"/>
              </a:ext>
            </a:extLst>
          </p:cNvPr>
          <p:cNvGrpSpPr/>
          <p:nvPr/>
        </p:nvGrpSpPr>
        <p:grpSpPr>
          <a:xfrm>
            <a:off x="142240" y="615288"/>
            <a:ext cx="10566400" cy="45719"/>
            <a:chOff x="142240" y="653388"/>
            <a:chExt cx="10566400" cy="4571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550163-5577-7A1B-F7ED-CF59824B7D0F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4D530C-8E2B-9B6E-E59E-4F7C166BF827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99FBEE-7433-BD4C-CD05-E4880CEC983B}"/>
              </a:ext>
            </a:extLst>
          </p:cNvPr>
          <p:cNvGraphicFramePr>
            <a:graphicFrameLocks noGrp="1"/>
          </p:cNvGraphicFramePr>
          <p:nvPr/>
        </p:nvGraphicFramePr>
        <p:xfrm>
          <a:off x="261616" y="1154042"/>
          <a:ext cx="8544057" cy="2750440"/>
        </p:xfrm>
        <a:graphic>
          <a:graphicData uri="http://schemas.openxmlformats.org/drawingml/2006/table">
            <a:tbl>
              <a:tblPr/>
              <a:tblGrid>
                <a:gridCol w="1085288">
                  <a:extLst>
                    <a:ext uri="{9D8B030D-6E8A-4147-A177-3AD203B41FA5}">
                      <a16:colId xmlns:a16="http://schemas.microsoft.com/office/drawing/2014/main" val="3510287744"/>
                    </a:ext>
                  </a:extLst>
                </a:gridCol>
                <a:gridCol w="667871">
                  <a:extLst>
                    <a:ext uri="{9D8B030D-6E8A-4147-A177-3AD203B41FA5}">
                      <a16:colId xmlns:a16="http://schemas.microsoft.com/office/drawing/2014/main" val="249685166"/>
                    </a:ext>
                  </a:extLst>
                </a:gridCol>
                <a:gridCol w="882543">
                  <a:extLst>
                    <a:ext uri="{9D8B030D-6E8A-4147-A177-3AD203B41FA5}">
                      <a16:colId xmlns:a16="http://schemas.microsoft.com/office/drawing/2014/main" val="2234440278"/>
                    </a:ext>
                  </a:extLst>
                </a:gridCol>
                <a:gridCol w="739427">
                  <a:extLst>
                    <a:ext uri="{9D8B030D-6E8A-4147-A177-3AD203B41FA5}">
                      <a16:colId xmlns:a16="http://schemas.microsoft.com/office/drawing/2014/main" val="3153289248"/>
                    </a:ext>
                  </a:extLst>
                </a:gridCol>
                <a:gridCol w="691721">
                  <a:extLst>
                    <a:ext uri="{9D8B030D-6E8A-4147-A177-3AD203B41FA5}">
                      <a16:colId xmlns:a16="http://schemas.microsoft.com/office/drawing/2014/main" val="3026920007"/>
                    </a:ext>
                  </a:extLst>
                </a:gridCol>
                <a:gridCol w="572459">
                  <a:extLst>
                    <a:ext uri="{9D8B030D-6E8A-4147-A177-3AD203B41FA5}">
                      <a16:colId xmlns:a16="http://schemas.microsoft.com/office/drawing/2014/main" val="2342882026"/>
                    </a:ext>
                  </a:extLst>
                </a:gridCol>
                <a:gridCol w="1085288">
                  <a:extLst>
                    <a:ext uri="{9D8B030D-6E8A-4147-A177-3AD203B41FA5}">
                      <a16:colId xmlns:a16="http://schemas.microsoft.com/office/drawing/2014/main" val="1520881279"/>
                    </a:ext>
                  </a:extLst>
                </a:gridCol>
                <a:gridCol w="667871">
                  <a:extLst>
                    <a:ext uri="{9D8B030D-6E8A-4147-A177-3AD203B41FA5}">
                      <a16:colId xmlns:a16="http://schemas.microsoft.com/office/drawing/2014/main" val="3621900248"/>
                    </a:ext>
                  </a:extLst>
                </a:gridCol>
                <a:gridCol w="751354">
                  <a:extLst>
                    <a:ext uri="{9D8B030D-6E8A-4147-A177-3AD203B41FA5}">
                      <a16:colId xmlns:a16="http://schemas.microsoft.com/office/drawing/2014/main" val="2724530255"/>
                    </a:ext>
                  </a:extLst>
                </a:gridCol>
                <a:gridCol w="739427">
                  <a:extLst>
                    <a:ext uri="{9D8B030D-6E8A-4147-A177-3AD203B41FA5}">
                      <a16:colId xmlns:a16="http://schemas.microsoft.com/office/drawing/2014/main" val="1833468711"/>
                    </a:ext>
                  </a:extLst>
                </a:gridCol>
                <a:gridCol w="660808">
                  <a:extLst>
                    <a:ext uri="{9D8B030D-6E8A-4147-A177-3AD203B41FA5}">
                      <a16:colId xmlns:a16="http://schemas.microsoft.com/office/drawing/2014/main" val="1622946913"/>
                    </a:ext>
                  </a:extLst>
                </a:gridCol>
              </a:tblGrid>
              <a:tr h="340617">
                <a:tc>
                  <a:txBody>
                    <a:bodyPr/>
                    <a:lstStyle/>
                    <a:p>
                      <a:pPr algn="l" rtl="0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MS%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Change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Avg. Price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Change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MS%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Change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Avg. Price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Change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544251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HP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HP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-4.5%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812468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Small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-6.8%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Small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452060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-5.5%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-8.7%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580930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-6.5%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221070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DADDIES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DADDIES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300962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302593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Large**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Large**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296689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BRANSTON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412695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Small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863887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PRIVATE LABEL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PRIVATE LABEL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158486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335099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Large**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Large**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796292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REST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REST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09620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F1985C-8F33-7F1D-CA5F-76E4FCFB4587}"/>
              </a:ext>
            </a:extLst>
          </p:cNvPr>
          <p:cNvCxnSpPr>
            <a:cxnSpLocks/>
          </p:cNvCxnSpPr>
          <p:nvPr/>
        </p:nvCxnSpPr>
        <p:spPr>
          <a:xfrm>
            <a:off x="215741" y="1168664"/>
            <a:ext cx="418154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FCE9455-A815-F49A-7895-E421C7D8D074}"/>
              </a:ext>
            </a:extLst>
          </p:cNvPr>
          <p:cNvSpPr/>
          <p:nvPr/>
        </p:nvSpPr>
        <p:spPr>
          <a:xfrm>
            <a:off x="9225628" y="1064884"/>
            <a:ext cx="2704756" cy="49061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11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 value of Brown Sauce category is declining across all Channels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IN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HP has maintained a relatively stable market share within Supermarkets and Tesco</a:t>
            </a:r>
          </a:p>
          <a:p>
            <a:pPr marL="742950" lvl="1" indent="-285750">
              <a:buFont typeface="Wingdings" panose="05000000000000000000" pitchFamily="2" charset="2"/>
              <a:buChar char="q"/>
              <a:defRPr/>
            </a:pPr>
            <a:r>
              <a:rPr lang="en-US" sz="1150">
                <a:solidFill>
                  <a:prstClr val="black"/>
                </a:solidFill>
                <a:latin typeface="Calibri" panose="020F0502020204030204"/>
              </a:rPr>
              <a:t>However, </a:t>
            </a:r>
            <a:r>
              <a:rPr kumimoji="0" lang="en-IN" sz="11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HP has lost distribution in Medium Variant of Iceland Channel which seems to be the cause of losing share in that Channel</a:t>
            </a:r>
          </a:p>
          <a:p>
            <a:pPr lvl="1"/>
            <a:endParaRPr lang="en-IN" sz="1150">
              <a:solidFill>
                <a:prstClr val="black"/>
              </a:solidFill>
              <a:latin typeface="Calibri" panose="020F0502020204030204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150">
                <a:solidFill>
                  <a:prstClr val="black"/>
                </a:solidFill>
                <a:latin typeface="Calibri" panose="020F0502020204030204"/>
              </a:rPr>
              <a:t>Medium Variant increasing in Market Share across channels indicating increasing consumer preference towards that PPG</a:t>
            </a:r>
            <a:endParaRPr kumimoji="0" lang="en-IN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kumimoji="0" lang="en-IN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11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Both, Daddies and Private Label, have discontinued Large Variant completely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endParaRPr lang="en-IN" sz="1150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Private Label Medium variant is gaining market share in Supermarket and Tesco, despite recent price increases.</a:t>
            </a:r>
            <a:endParaRPr kumimoji="0" lang="en-IN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ev01">
            <a:extLst>
              <a:ext uri="{FF2B5EF4-FFF2-40B4-BE49-F238E27FC236}">
                <a16:creationId xmlns:a16="http://schemas.microsoft.com/office/drawing/2014/main" id="{85E3B770-D585-B601-90AD-B330C3647B29}"/>
              </a:ext>
            </a:extLst>
          </p:cNvPr>
          <p:cNvSpPr/>
          <p:nvPr/>
        </p:nvSpPr>
        <p:spPr>
          <a:xfrm>
            <a:off x="4817244" y="716389"/>
            <a:ext cx="4181546" cy="454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3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Tesco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B5F99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Helvetica Neue"/>
            </a:endParaRPr>
          </a:p>
          <a:p>
            <a:pPr marL="0" marR="0" lvl="0" indent="0" algn="ctr" defTabSz="121913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Change in: Value =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-1.8%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; Volume =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3.7%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; Price =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-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5.3%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768CC0-D058-BA02-7BA8-9FFFCAAAB5F3}"/>
              </a:ext>
            </a:extLst>
          </p:cNvPr>
          <p:cNvCxnSpPr>
            <a:cxnSpLocks/>
          </p:cNvCxnSpPr>
          <p:nvPr/>
        </p:nvCxnSpPr>
        <p:spPr>
          <a:xfrm>
            <a:off x="4817243" y="1182964"/>
            <a:ext cx="418154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ev01">
            <a:extLst>
              <a:ext uri="{FF2B5EF4-FFF2-40B4-BE49-F238E27FC236}">
                <a16:creationId xmlns:a16="http://schemas.microsoft.com/office/drawing/2014/main" id="{E019BFD3-CFAC-5E2F-0070-6DA91FB65857}"/>
              </a:ext>
            </a:extLst>
          </p:cNvPr>
          <p:cNvSpPr/>
          <p:nvPr/>
        </p:nvSpPr>
        <p:spPr>
          <a:xfrm>
            <a:off x="215741" y="4047918"/>
            <a:ext cx="4181546" cy="454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3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Iceland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B5F99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Helvetica Neue"/>
            </a:endParaRPr>
          </a:p>
          <a:p>
            <a:pPr marL="0" marR="0" lvl="0" indent="0" algn="ctr" defTabSz="121913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Change in: Value =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-4.1%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; Volume =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-3.4%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; Price =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-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0.7%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 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B6B6550-1DC5-D900-CEAC-6DAF2D2B81D0}"/>
              </a:ext>
            </a:extLst>
          </p:cNvPr>
          <p:cNvGraphicFramePr>
            <a:graphicFrameLocks noGrp="1"/>
          </p:cNvGraphicFramePr>
          <p:nvPr/>
        </p:nvGraphicFramePr>
        <p:xfrm>
          <a:off x="261615" y="4499871"/>
          <a:ext cx="8544057" cy="2008956"/>
        </p:xfrm>
        <a:graphic>
          <a:graphicData uri="http://schemas.openxmlformats.org/drawingml/2006/table">
            <a:tbl>
              <a:tblPr/>
              <a:tblGrid>
                <a:gridCol w="1085288">
                  <a:extLst>
                    <a:ext uri="{9D8B030D-6E8A-4147-A177-3AD203B41FA5}">
                      <a16:colId xmlns:a16="http://schemas.microsoft.com/office/drawing/2014/main" val="3510287744"/>
                    </a:ext>
                  </a:extLst>
                </a:gridCol>
                <a:gridCol w="667871">
                  <a:extLst>
                    <a:ext uri="{9D8B030D-6E8A-4147-A177-3AD203B41FA5}">
                      <a16:colId xmlns:a16="http://schemas.microsoft.com/office/drawing/2014/main" val="249685166"/>
                    </a:ext>
                  </a:extLst>
                </a:gridCol>
                <a:gridCol w="882543">
                  <a:extLst>
                    <a:ext uri="{9D8B030D-6E8A-4147-A177-3AD203B41FA5}">
                      <a16:colId xmlns:a16="http://schemas.microsoft.com/office/drawing/2014/main" val="2234440278"/>
                    </a:ext>
                  </a:extLst>
                </a:gridCol>
                <a:gridCol w="739427">
                  <a:extLst>
                    <a:ext uri="{9D8B030D-6E8A-4147-A177-3AD203B41FA5}">
                      <a16:colId xmlns:a16="http://schemas.microsoft.com/office/drawing/2014/main" val="3153289248"/>
                    </a:ext>
                  </a:extLst>
                </a:gridCol>
                <a:gridCol w="691721">
                  <a:extLst>
                    <a:ext uri="{9D8B030D-6E8A-4147-A177-3AD203B41FA5}">
                      <a16:colId xmlns:a16="http://schemas.microsoft.com/office/drawing/2014/main" val="3026920007"/>
                    </a:ext>
                  </a:extLst>
                </a:gridCol>
                <a:gridCol w="572459">
                  <a:extLst>
                    <a:ext uri="{9D8B030D-6E8A-4147-A177-3AD203B41FA5}">
                      <a16:colId xmlns:a16="http://schemas.microsoft.com/office/drawing/2014/main" val="2342882026"/>
                    </a:ext>
                  </a:extLst>
                </a:gridCol>
                <a:gridCol w="1085288">
                  <a:extLst>
                    <a:ext uri="{9D8B030D-6E8A-4147-A177-3AD203B41FA5}">
                      <a16:colId xmlns:a16="http://schemas.microsoft.com/office/drawing/2014/main" val="1520881279"/>
                    </a:ext>
                  </a:extLst>
                </a:gridCol>
                <a:gridCol w="667871">
                  <a:extLst>
                    <a:ext uri="{9D8B030D-6E8A-4147-A177-3AD203B41FA5}">
                      <a16:colId xmlns:a16="http://schemas.microsoft.com/office/drawing/2014/main" val="3621900248"/>
                    </a:ext>
                  </a:extLst>
                </a:gridCol>
                <a:gridCol w="751354">
                  <a:extLst>
                    <a:ext uri="{9D8B030D-6E8A-4147-A177-3AD203B41FA5}">
                      <a16:colId xmlns:a16="http://schemas.microsoft.com/office/drawing/2014/main" val="2724530255"/>
                    </a:ext>
                  </a:extLst>
                </a:gridCol>
                <a:gridCol w="739427">
                  <a:extLst>
                    <a:ext uri="{9D8B030D-6E8A-4147-A177-3AD203B41FA5}">
                      <a16:colId xmlns:a16="http://schemas.microsoft.com/office/drawing/2014/main" val="1833468711"/>
                    </a:ext>
                  </a:extLst>
                </a:gridCol>
                <a:gridCol w="660808">
                  <a:extLst>
                    <a:ext uri="{9D8B030D-6E8A-4147-A177-3AD203B41FA5}">
                      <a16:colId xmlns:a16="http://schemas.microsoft.com/office/drawing/2014/main" val="1622946913"/>
                    </a:ext>
                  </a:extLst>
                </a:gridCol>
              </a:tblGrid>
              <a:tr h="340617">
                <a:tc>
                  <a:txBody>
                    <a:bodyPr/>
                    <a:lstStyle/>
                    <a:p>
                      <a:pPr algn="l" rtl="0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MS%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Change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Avg. Price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Change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MS%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Change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Avg. Price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Change</a:t>
                      </a:r>
                    </a:p>
                  </a:txBody>
                  <a:tcPr marL="5579" marR="5579" marT="55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544251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HP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-4.3%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-4.3%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HP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812468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-21.2%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580930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-4.6%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221070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DADDIES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DADDIES**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300962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Medium**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302593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Large**</a:t>
                      </a:r>
                      <a:endParaRPr lang="en-IN" sz="1000" b="0" i="1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-5.3%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-43.0%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834506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GOLD STAR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158486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Large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796292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REST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-13.8%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1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096203"/>
                  </a:ext>
                </a:extLst>
              </a:tr>
            </a:tbl>
          </a:graphicData>
        </a:graphic>
      </p:graphicFrame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C57AFBA-6244-19FB-D350-14775EA85F3F}"/>
              </a:ext>
            </a:extLst>
          </p:cNvPr>
          <p:cNvCxnSpPr>
            <a:cxnSpLocks/>
          </p:cNvCxnSpPr>
          <p:nvPr/>
        </p:nvCxnSpPr>
        <p:spPr>
          <a:xfrm>
            <a:off x="215740" y="4514493"/>
            <a:ext cx="418154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ev01">
            <a:extLst>
              <a:ext uri="{FF2B5EF4-FFF2-40B4-BE49-F238E27FC236}">
                <a16:creationId xmlns:a16="http://schemas.microsoft.com/office/drawing/2014/main" id="{08CC393E-63B5-2ABE-A8D8-166C67D98436}"/>
              </a:ext>
            </a:extLst>
          </p:cNvPr>
          <p:cNvSpPr/>
          <p:nvPr/>
        </p:nvSpPr>
        <p:spPr>
          <a:xfrm>
            <a:off x="4817243" y="4062218"/>
            <a:ext cx="4181546" cy="454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3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Convenience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0B5F99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  <a:sym typeface="Helvetica Neue"/>
            </a:endParaRPr>
          </a:p>
          <a:p>
            <a:pPr marL="0" marR="0" lvl="0" indent="0" algn="ctr" defTabSz="121913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Change in: Value =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-5.6%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; Volume =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-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6.8%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; Price =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1.3%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  <a:sym typeface="Helvetica Neue"/>
              </a:rPr>
              <a:t> 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E1CB882-7444-7D87-521E-C01332C7DCE0}"/>
              </a:ext>
            </a:extLst>
          </p:cNvPr>
          <p:cNvCxnSpPr>
            <a:cxnSpLocks/>
          </p:cNvCxnSpPr>
          <p:nvPr/>
        </p:nvCxnSpPr>
        <p:spPr>
          <a:xfrm>
            <a:off x="4817242" y="4528793"/>
            <a:ext cx="418154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C0C7C92-1EED-CBAB-F429-BAFB5F07828C}"/>
              </a:ext>
            </a:extLst>
          </p:cNvPr>
          <p:cNvSpPr txBox="1"/>
          <p:nvPr/>
        </p:nvSpPr>
        <p:spPr>
          <a:xfrm>
            <a:off x="0" y="6566059"/>
            <a:ext cx="8856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**PPGs that have been discontinued (as inferred via distribution numbers)</a:t>
            </a:r>
            <a:endParaRPr lang="en-IN" sz="1000" i="1"/>
          </a:p>
        </p:txBody>
      </p:sp>
    </p:spTree>
    <p:extLst>
      <p:ext uri="{BB962C8B-B14F-4D97-AF65-F5344CB8AC3E}">
        <p14:creationId xmlns:p14="http://schemas.microsoft.com/office/powerpoint/2010/main" val="279349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9CD7D-6484-94B2-ED7A-031A6B6F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AEFE36A-C0A9-78D7-C812-F4CE76847A9C}"/>
              </a:ext>
            </a:extLst>
          </p:cNvPr>
          <p:cNvSpPr/>
          <p:nvPr/>
        </p:nvSpPr>
        <p:spPr>
          <a:xfrm>
            <a:off x="4417344" y="1261715"/>
            <a:ext cx="3635350" cy="40677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F5936-A481-09BD-3DA6-0ED403680563}"/>
              </a:ext>
            </a:extLst>
          </p:cNvPr>
          <p:cNvSpPr/>
          <p:nvPr/>
        </p:nvSpPr>
        <p:spPr>
          <a:xfrm>
            <a:off x="8052694" y="1254480"/>
            <a:ext cx="3635350" cy="40735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C45274-4F81-8602-794B-2931C1FD78ED}"/>
              </a:ext>
            </a:extLst>
          </p:cNvPr>
          <p:cNvSpPr/>
          <p:nvPr/>
        </p:nvSpPr>
        <p:spPr>
          <a:xfrm>
            <a:off x="981904" y="1254479"/>
            <a:ext cx="3588338" cy="40757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3C725E8-0BC8-ADFD-D683-1F0971F0B6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790677"/>
              </p:ext>
            </p:extLst>
          </p:nvPr>
        </p:nvGraphicFramePr>
        <p:xfrm>
          <a:off x="875306" y="1212150"/>
          <a:ext cx="10812738" cy="3952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7B3BBD1-7665-70B9-50FB-F4D01975EA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B3BBD1-7665-70B9-50FB-F4D01975EA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93A3145-454B-E501-69B6-1A7D861EBBCC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3DC788D-5A62-8071-C6A3-242824FF2565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D5835DFA-AB74-0594-B1A5-777FE8C0D80A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08933054-AC28-254C-3572-6D4A81E43EAF}"/>
              </a:ext>
            </a:extLst>
          </p:cNvPr>
          <p:cNvSpPr txBox="1">
            <a:spLocks/>
          </p:cNvSpPr>
          <p:nvPr/>
        </p:nvSpPr>
        <p:spPr>
          <a:xfrm>
            <a:off x="142240" y="91838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-64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j-ea"/>
                <a:cs typeface="Arial" panose="020B0604020202020204" pitchFamily="34" charset="0"/>
              </a:rPr>
              <a:t>CSF &amp; MCV Trend – Supermarket – HP hasn’t been able to increase MCV in proportion to it’s price  </a:t>
            </a:r>
            <a:endParaRPr kumimoji="0" lang="en-US" sz="2000" b="0" i="0" u="none" strike="noStrike" kern="1200" cap="none" spc="-64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ockwell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Rounded Rectangle 54">
            <a:extLst>
              <a:ext uri="{FF2B5EF4-FFF2-40B4-BE49-F238E27FC236}">
                <a16:creationId xmlns:a16="http://schemas.microsoft.com/office/drawing/2014/main" id="{770C8F43-D939-E203-2431-319EB9018BF3}"/>
              </a:ext>
            </a:extLst>
          </p:cNvPr>
          <p:cNvSpPr/>
          <p:nvPr/>
        </p:nvSpPr>
        <p:spPr>
          <a:xfrm>
            <a:off x="296014" y="2325916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MCV</a:t>
            </a:r>
          </a:p>
        </p:txBody>
      </p:sp>
      <p:sp>
        <p:nvSpPr>
          <p:cNvPr id="10" name="Rounded Rectangle 54">
            <a:extLst>
              <a:ext uri="{FF2B5EF4-FFF2-40B4-BE49-F238E27FC236}">
                <a16:creationId xmlns:a16="http://schemas.microsoft.com/office/drawing/2014/main" id="{015C8C93-E8BE-61C7-332A-9FA6D3F98E3A}"/>
              </a:ext>
            </a:extLst>
          </p:cNvPr>
          <p:cNvSpPr/>
          <p:nvPr/>
        </p:nvSpPr>
        <p:spPr>
          <a:xfrm>
            <a:off x="296014" y="4486563"/>
            <a:ext cx="1158584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</a:p>
        </p:txBody>
      </p:sp>
      <p:sp>
        <p:nvSpPr>
          <p:cNvPr id="11" name="Rounded Rectangle 54">
            <a:extLst>
              <a:ext uri="{FF2B5EF4-FFF2-40B4-BE49-F238E27FC236}">
                <a16:creationId xmlns:a16="http://schemas.microsoft.com/office/drawing/2014/main" id="{EBC4D63B-BBAC-F24A-783D-A6779056A8D5}"/>
              </a:ext>
            </a:extLst>
          </p:cNvPr>
          <p:cNvSpPr/>
          <p:nvPr/>
        </p:nvSpPr>
        <p:spPr>
          <a:xfrm>
            <a:off x="316596" y="3406239"/>
            <a:ext cx="1746250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CSF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C77DA8-32EE-12D8-0D1C-9D32ACDA151A}"/>
              </a:ext>
            </a:extLst>
          </p:cNvPr>
          <p:cNvSpPr txBox="1"/>
          <p:nvPr/>
        </p:nvSpPr>
        <p:spPr>
          <a:xfrm>
            <a:off x="971922" y="1423665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-64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n-ea"/>
                <a:cs typeface="Arial" panose="020B0604020202020204" pitchFamily="34" charset="0"/>
              </a:rPr>
              <a:t>Feb 2023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455273-8C93-E9AE-1527-B68DF123E14A}"/>
              </a:ext>
            </a:extLst>
          </p:cNvPr>
          <p:cNvSpPr txBox="1"/>
          <p:nvPr/>
        </p:nvSpPr>
        <p:spPr>
          <a:xfrm>
            <a:off x="5176552" y="1423664"/>
            <a:ext cx="2397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-64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n-ea"/>
                <a:cs typeface="Arial" panose="020B0604020202020204" pitchFamily="34" charset="0"/>
              </a:rPr>
              <a:t>Feb 2024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FE13D7-3BCD-CAE5-69DB-3EEFA7358D61}"/>
              </a:ext>
            </a:extLst>
          </p:cNvPr>
          <p:cNvSpPr txBox="1"/>
          <p:nvPr/>
        </p:nvSpPr>
        <p:spPr>
          <a:xfrm>
            <a:off x="7919126" y="1435610"/>
            <a:ext cx="3836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-64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n-ea"/>
                <a:cs typeface="Arial" panose="020B0604020202020204" pitchFamily="34" charset="0"/>
              </a:rPr>
              <a:t>Feb 2025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583756-0A74-C4BB-8D1A-B333FAFDBA02}"/>
              </a:ext>
            </a:extLst>
          </p:cNvPr>
          <p:cNvCxnSpPr>
            <a:cxnSpLocks/>
          </p:cNvCxnSpPr>
          <p:nvPr/>
        </p:nvCxnSpPr>
        <p:spPr>
          <a:xfrm>
            <a:off x="1762123" y="2273110"/>
            <a:ext cx="2754603" cy="74939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DC5741-6A99-14FE-072C-CA2FA807931D}"/>
              </a:ext>
            </a:extLst>
          </p:cNvPr>
          <p:cNvCxnSpPr>
            <a:cxnSpLocks/>
          </p:cNvCxnSpPr>
          <p:nvPr/>
        </p:nvCxnSpPr>
        <p:spPr>
          <a:xfrm>
            <a:off x="5397473" y="2348049"/>
            <a:ext cx="2688856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0DC2F42-C1E7-B091-9B50-46C285F08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991560"/>
              </p:ext>
            </p:extLst>
          </p:nvPr>
        </p:nvGraphicFramePr>
        <p:xfrm>
          <a:off x="971922" y="5532946"/>
          <a:ext cx="4111355" cy="1125284"/>
        </p:xfrm>
        <a:graphic>
          <a:graphicData uri="http://schemas.openxmlformats.org/drawingml/2006/table">
            <a:tbl>
              <a:tblPr/>
              <a:tblGrid>
                <a:gridCol w="1205543">
                  <a:extLst>
                    <a:ext uri="{9D8B030D-6E8A-4147-A177-3AD203B41FA5}">
                      <a16:colId xmlns:a16="http://schemas.microsoft.com/office/drawing/2014/main" val="3037238765"/>
                    </a:ext>
                  </a:extLst>
                </a:gridCol>
                <a:gridCol w="1452906">
                  <a:extLst>
                    <a:ext uri="{9D8B030D-6E8A-4147-A177-3AD203B41FA5}">
                      <a16:colId xmlns:a16="http://schemas.microsoft.com/office/drawing/2014/main" val="1888608148"/>
                    </a:ext>
                  </a:extLst>
                </a:gridCol>
                <a:gridCol w="1452906">
                  <a:extLst>
                    <a:ext uri="{9D8B030D-6E8A-4147-A177-3AD203B41FA5}">
                      <a16:colId xmlns:a16="http://schemas.microsoft.com/office/drawing/2014/main" val="1791915884"/>
                    </a:ext>
                  </a:extLst>
                </a:gridCol>
              </a:tblGrid>
              <a:tr h="455549"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MCV Index to PL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Price Index to PL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509640"/>
                  </a:ext>
                </a:extLst>
              </a:tr>
              <a:tr h="2186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219445"/>
                  </a:ext>
                </a:extLst>
              </a:tr>
              <a:tr h="21866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391265"/>
                  </a:ext>
                </a:extLst>
              </a:tr>
              <a:tr h="22777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Feb-25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160257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0028ABD8-F918-1AC7-197E-FECA8324130A}"/>
              </a:ext>
            </a:extLst>
          </p:cNvPr>
          <p:cNvSpPr/>
          <p:nvPr/>
        </p:nvSpPr>
        <p:spPr>
          <a:xfrm>
            <a:off x="296014" y="762412"/>
            <a:ext cx="10412626" cy="49824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prstClr val="black"/>
                </a:solidFill>
                <a:latin typeface="Calibri" panose="020F0502020204030204"/>
              </a:rPr>
              <a:t>HP’s MCV Index to Private Label has decreased more than the Price Index over time </a:t>
            </a:r>
          </a:p>
        </p:txBody>
      </p:sp>
    </p:spTree>
    <p:extLst>
      <p:ext uri="{BB962C8B-B14F-4D97-AF65-F5344CB8AC3E}">
        <p14:creationId xmlns:p14="http://schemas.microsoft.com/office/powerpoint/2010/main" val="414832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11F84-46C1-C385-9868-78638992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6F7E8B1-3A83-187E-FECE-F4542B52E9DC}"/>
              </a:ext>
            </a:extLst>
          </p:cNvPr>
          <p:cNvSpPr/>
          <p:nvPr/>
        </p:nvSpPr>
        <p:spPr>
          <a:xfrm>
            <a:off x="4818090" y="878257"/>
            <a:ext cx="2975752" cy="50970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4B1EE1-33C2-6260-EACF-9B1886C429EA}"/>
              </a:ext>
            </a:extLst>
          </p:cNvPr>
          <p:cNvSpPr/>
          <p:nvPr/>
        </p:nvSpPr>
        <p:spPr>
          <a:xfrm>
            <a:off x="7783928" y="880855"/>
            <a:ext cx="2924712" cy="49665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EDB5A-01C2-E9F0-997F-E4C2F21DED9C}"/>
              </a:ext>
            </a:extLst>
          </p:cNvPr>
          <p:cNvSpPr/>
          <p:nvPr/>
        </p:nvSpPr>
        <p:spPr>
          <a:xfrm>
            <a:off x="981903" y="880854"/>
            <a:ext cx="3836187" cy="50970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EE5D0E-36F6-D36F-26D5-5B5CE0752546}"/>
              </a:ext>
            </a:extLst>
          </p:cNvPr>
          <p:cNvSpPr/>
          <p:nvPr/>
        </p:nvSpPr>
        <p:spPr>
          <a:xfrm>
            <a:off x="10708641" y="877725"/>
            <a:ext cx="979404" cy="5065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7D538FB-F34E-4E33-2EFA-3C46C23147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0139458"/>
              </p:ext>
            </p:extLst>
          </p:nvPr>
        </p:nvGraphicFramePr>
        <p:xfrm>
          <a:off x="875306" y="175910"/>
          <a:ext cx="10812738" cy="4673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01A3403-386A-18CF-EB5B-139B641DB7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1A3403-386A-18CF-EB5B-139B641DB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484C11F-E83D-74A2-B676-FF628903095C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142360E-24DF-4792-4FEB-0C40CAC1E931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1FD4ABA1-34EF-4A49-7303-BF79C4DFC7F0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4F08677D-E7C7-3E62-FE2B-79F1E56C0A92}"/>
              </a:ext>
            </a:extLst>
          </p:cNvPr>
          <p:cNvSpPr txBox="1">
            <a:spLocks/>
          </p:cNvSpPr>
          <p:nvPr/>
        </p:nvSpPr>
        <p:spPr>
          <a:xfrm>
            <a:off x="142240" y="91838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64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j-ea"/>
                <a:cs typeface="Arial" panose="020B0604020202020204" pitchFamily="34" charset="0"/>
              </a:rPr>
              <a:t>HP has healthy CSF across channels; Private Label emerging as a huge threat</a:t>
            </a:r>
            <a:endParaRPr kumimoji="0" lang="en-US" sz="2400" b="0" i="0" u="none" strike="noStrike" kern="1200" cap="none" spc="-64" normalizeH="0" baseline="0" noProof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Rockwell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Rounded Rectangle 54">
            <a:extLst>
              <a:ext uri="{FF2B5EF4-FFF2-40B4-BE49-F238E27FC236}">
                <a16:creationId xmlns:a16="http://schemas.microsoft.com/office/drawing/2014/main" id="{44530960-5C74-9F6E-3127-011561D6C32F}"/>
              </a:ext>
            </a:extLst>
          </p:cNvPr>
          <p:cNvSpPr/>
          <p:nvPr/>
        </p:nvSpPr>
        <p:spPr>
          <a:xfrm>
            <a:off x="328726" y="1682372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MCV</a:t>
            </a:r>
          </a:p>
        </p:txBody>
      </p:sp>
      <p:sp>
        <p:nvSpPr>
          <p:cNvPr id="10" name="Rounded Rectangle 54">
            <a:extLst>
              <a:ext uri="{FF2B5EF4-FFF2-40B4-BE49-F238E27FC236}">
                <a16:creationId xmlns:a16="http://schemas.microsoft.com/office/drawing/2014/main" id="{53212969-B1E6-A10D-4BDA-97C24EC17630}"/>
              </a:ext>
            </a:extLst>
          </p:cNvPr>
          <p:cNvSpPr/>
          <p:nvPr/>
        </p:nvSpPr>
        <p:spPr>
          <a:xfrm>
            <a:off x="296014" y="4201423"/>
            <a:ext cx="1158584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</a:p>
        </p:txBody>
      </p:sp>
      <p:sp>
        <p:nvSpPr>
          <p:cNvPr id="11" name="Rounded Rectangle 54">
            <a:extLst>
              <a:ext uri="{FF2B5EF4-FFF2-40B4-BE49-F238E27FC236}">
                <a16:creationId xmlns:a16="http://schemas.microsoft.com/office/drawing/2014/main" id="{76F0C080-7A6D-EB90-4374-D8473BB09853}"/>
              </a:ext>
            </a:extLst>
          </p:cNvPr>
          <p:cNvSpPr/>
          <p:nvPr/>
        </p:nvSpPr>
        <p:spPr>
          <a:xfrm>
            <a:off x="328726" y="3110846"/>
            <a:ext cx="1746250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CSF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EF055D-7F8A-1765-7189-603BDD8B109C}"/>
              </a:ext>
            </a:extLst>
          </p:cNvPr>
          <p:cNvSpPr txBox="1"/>
          <p:nvPr/>
        </p:nvSpPr>
        <p:spPr>
          <a:xfrm>
            <a:off x="1276717" y="892726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-64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n-ea"/>
                <a:cs typeface="Arial" panose="020B0604020202020204" pitchFamily="34" charset="0"/>
              </a:rPr>
              <a:t>Supermarkets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39F8B5-8A3C-63AB-9620-47161DDD5C51}"/>
              </a:ext>
            </a:extLst>
          </p:cNvPr>
          <p:cNvSpPr txBox="1"/>
          <p:nvPr/>
        </p:nvSpPr>
        <p:spPr>
          <a:xfrm>
            <a:off x="5127385" y="892725"/>
            <a:ext cx="2397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-64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n-ea"/>
                <a:cs typeface="Arial" panose="020B0604020202020204" pitchFamily="34" charset="0"/>
              </a:rPr>
              <a:t>Tesco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8CBCA0-7787-568D-A089-D78DA48D4A28}"/>
              </a:ext>
            </a:extLst>
          </p:cNvPr>
          <p:cNvSpPr txBox="1"/>
          <p:nvPr/>
        </p:nvSpPr>
        <p:spPr>
          <a:xfrm>
            <a:off x="7321146" y="892724"/>
            <a:ext cx="3836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-64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n-ea"/>
                <a:cs typeface="Arial" panose="020B0604020202020204" pitchFamily="34" charset="0"/>
              </a:rPr>
              <a:t>Iceland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7C539F-35E1-1AF7-366D-660E0F9AE2A1}"/>
              </a:ext>
            </a:extLst>
          </p:cNvPr>
          <p:cNvSpPr/>
          <p:nvPr/>
        </p:nvSpPr>
        <p:spPr>
          <a:xfrm>
            <a:off x="328726" y="6177779"/>
            <a:ext cx="9658685" cy="47110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>
                <a:solidFill>
                  <a:prstClr val="black"/>
                </a:solidFill>
                <a:latin typeface="Calibri" panose="020F0502020204030204"/>
              </a:rPr>
              <a:t>HP has healthy CSF and will continue to grow in terms of Market Share</a:t>
            </a:r>
            <a:endParaRPr kumimoji="0" lang="en-IN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IN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Private Label has the highest CSF in Supermarket and Tesco and is in a strong competitive position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A0E1C7B-15BD-52BD-6FCC-C7DB28400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350617"/>
              </p:ext>
            </p:extLst>
          </p:nvPr>
        </p:nvGraphicFramePr>
        <p:xfrm>
          <a:off x="118872" y="4957283"/>
          <a:ext cx="11569172" cy="1094904"/>
        </p:xfrm>
        <a:graphic>
          <a:graphicData uri="http://schemas.openxmlformats.org/drawingml/2006/table">
            <a:tbl>
              <a:tblPr/>
              <a:tblGrid>
                <a:gridCol w="864520">
                  <a:extLst>
                    <a:ext uri="{9D8B030D-6E8A-4147-A177-3AD203B41FA5}">
                      <a16:colId xmlns:a16="http://schemas.microsoft.com/office/drawing/2014/main" val="38347366"/>
                    </a:ext>
                  </a:extLst>
                </a:gridCol>
                <a:gridCol w="911642">
                  <a:extLst>
                    <a:ext uri="{9D8B030D-6E8A-4147-A177-3AD203B41FA5}">
                      <a16:colId xmlns:a16="http://schemas.microsoft.com/office/drawing/2014/main" val="1387757693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369181098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4223199689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975332885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1859409285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483959585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1785102201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3994023018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504797080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3450362920"/>
                    </a:ext>
                  </a:extLst>
                </a:gridCol>
                <a:gridCol w="979301">
                  <a:extLst>
                    <a:ext uri="{9D8B030D-6E8A-4147-A177-3AD203B41FA5}">
                      <a16:colId xmlns:a16="http://schemas.microsoft.com/office/drawing/2014/main" val="90694527"/>
                    </a:ext>
                  </a:extLst>
                </a:gridCol>
              </a:tblGrid>
              <a:tr h="25574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C. MS%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10.3%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61.4%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28.5%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98.7%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04788"/>
                  </a:ext>
                </a:extLst>
              </a:tr>
              <a:tr h="25574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MSP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-0.4%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-0.8%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-0.8%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0.1%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929710"/>
                  </a:ext>
                </a:extLst>
              </a:tr>
              <a:tr h="25574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Current RPI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290845"/>
                  </a:ext>
                </a:extLst>
              </a:tr>
              <a:tr h="25574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HP’s Inflection RPI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4006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95B2A6D-F02C-F04C-FA46-0038F72ACA9E}"/>
              </a:ext>
            </a:extLst>
          </p:cNvPr>
          <p:cNvSpPr txBox="1"/>
          <p:nvPr/>
        </p:nvSpPr>
        <p:spPr>
          <a:xfrm>
            <a:off x="10319883" y="892723"/>
            <a:ext cx="1743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sng" strike="noStrike" kern="1200" cap="none" spc="-64" normalizeH="0" baseline="0" noProof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Rockwell"/>
                <a:ea typeface="+mn-ea"/>
                <a:cs typeface="Arial" panose="020B0604020202020204" pitchFamily="34" charset="0"/>
              </a:rPr>
              <a:t>Convenience</a:t>
            </a:r>
          </a:p>
        </p:txBody>
      </p:sp>
    </p:spTree>
    <p:extLst>
      <p:ext uri="{BB962C8B-B14F-4D97-AF65-F5344CB8AC3E}">
        <p14:creationId xmlns:p14="http://schemas.microsoft.com/office/powerpoint/2010/main" val="3496365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2397-90E9-1C65-D829-06CBEC30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E9A2257-9967-3D0E-326E-852696D927AA}"/>
              </a:ext>
            </a:extLst>
          </p:cNvPr>
          <p:cNvSpPr/>
          <p:nvPr/>
        </p:nvSpPr>
        <p:spPr>
          <a:xfrm>
            <a:off x="157320" y="819150"/>
            <a:ext cx="3834578" cy="58269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BB61074-969D-69A1-CD6B-C5D69FFCA1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B61074-969D-69A1-CD6B-C5D69FFCA1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422C8AA-88C1-F81A-4F37-CEF20AA5149D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DC345C9-90F5-7E8C-20F5-D23B7DCC41E8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D553E19-1D30-3DEC-09D8-88ED9D026C80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F8FE661B-B490-B9EE-0E01-DA10773AC20D}"/>
              </a:ext>
            </a:extLst>
          </p:cNvPr>
          <p:cNvSpPr txBox="1">
            <a:spLocks/>
          </p:cNvSpPr>
          <p:nvPr/>
        </p:nvSpPr>
        <p:spPr>
          <a:xfrm>
            <a:off x="175645" y="76318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4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HP has pricing power across Supermarket, Tesco and Iceland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74B8D4-DF43-65AC-175A-AE502D1ED21A}"/>
              </a:ext>
            </a:extLst>
          </p:cNvPr>
          <p:cNvSpPr txBox="1"/>
          <p:nvPr/>
        </p:nvSpPr>
        <p:spPr>
          <a:xfrm>
            <a:off x="175645" y="83867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Supermarket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A21B67-3229-EFDC-0E1A-E44E513CF192}"/>
              </a:ext>
            </a:extLst>
          </p:cNvPr>
          <p:cNvSpPr txBox="1"/>
          <p:nvPr/>
        </p:nvSpPr>
        <p:spPr>
          <a:xfrm>
            <a:off x="5395555" y="808808"/>
            <a:ext cx="2397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Medium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EDB8877-12E2-E2D8-88B5-D29C18E14D37}"/>
              </a:ext>
            </a:extLst>
          </p:cNvPr>
          <p:cNvGrpSpPr/>
          <p:nvPr/>
        </p:nvGrpSpPr>
        <p:grpSpPr>
          <a:xfrm>
            <a:off x="9297454" y="6611779"/>
            <a:ext cx="1319225" cy="246221"/>
            <a:chOff x="9729406" y="4277340"/>
            <a:chExt cx="1319225" cy="246221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845C3A-B456-40E3-226E-8BCDCD926210}"/>
                </a:ext>
              </a:extLst>
            </p:cNvPr>
            <p:cNvSpPr txBox="1"/>
            <p:nvPr/>
          </p:nvSpPr>
          <p:spPr>
            <a:xfrm>
              <a:off x="10100477" y="4277340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Inflection 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0D3B098-D59A-9777-07DF-FB6D0A6C7073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398081"/>
              <a:ext cx="378462" cy="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757DAE1-107E-3C17-E530-C620A4B42324}"/>
              </a:ext>
            </a:extLst>
          </p:cNvPr>
          <p:cNvGrpSpPr/>
          <p:nvPr/>
        </p:nvGrpSpPr>
        <p:grpSpPr>
          <a:xfrm>
            <a:off x="8266771" y="6611779"/>
            <a:ext cx="1319225" cy="246221"/>
            <a:chOff x="9729406" y="4069187"/>
            <a:chExt cx="1319225" cy="24622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21E88A8-9F70-7242-4767-DE93C69EF916}"/>
                </a:ext>
              </a:extLst>
            </p:cNvPr>
            <p:cNvSpPr txBox="1"/>
            <p:nvPr/>
          </p:nvSpPr>
          <p:spPr>
            <a:xfrm>
              <a:off x="10100477" y="4069187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L12M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2B12E1C-A1F7-E381-C3F7-196104069DDF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181560"/>
              <a:ext cx="378462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51DA332-B2E7-54FE-6E8A-AF9438056EFA}"/>
              </a:ext>
            </a:extLst>
          </p:cNvPr>
          <p:cNvSpPr/>
          <p:nvPr/>
        </p:nvSpPr>
        <p:spPr>
          <a:xfrm>
            <a:off x="4183105" y="819149"/>
            <a:ext cx="3834578" cy="58269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3EE61-A86F-54F3-90C6-323EE02EB79F}"/>
              </a:ext>
            </a:extLst>
          </p:cNvPr>
          <p:cNvSpPr/>
          <p:nvPr/>
        </p:nvSpPr>
        <p:spPr>
          <a:xfrm>
            <a:off x="8208890" y="794450"/>
            <a:ext cx="3834578" cy="58269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16DBC-8697-5281-B73B-786223A9C7FA}"/>
              </a:ext>
            </a:extLst>
          </p:cNvPr>
          <p:cNvSpPr txBox="1"/>
          <p:nvPr/>
        </p:nvSpPr>
        <p:spPr>
          <a:xfrm>
            <a:off x="4319105" y="81914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Tesco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FB2A7-92CF-AA77-C248-861E624F069E}"/>
              </a:ext>
            </a:extLst>
          </p:cNvPr>
          <p:cNvSpPr txBox="1"/>
          <p:nvPr/>
        </p:nvSpPr>
        <p:spPr>
          <a:xfrm>
            <a:off x="8346694" y="83867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Iceland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0C9289-C035-BA8C-52DC-ABB7978325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469" y="1196926"/>
            <a:ext cx="3679616" cy="25491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95C8B8-6032-9D33-8D4E-5D851A2BA8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469" y="3899713"/>
            <a:ext cx="3679616" cy="254259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A6F65C8-95C9-0145-3EB0-000F5E3E91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203" y="1202741"/>
            <a:ext cx="3657475" cy="254335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66AC562-ACAE-5CC6-11A3-BEBAADE582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0203" y="3899714"/>
            <a:ext cx="3668841" cy="254259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9691D03-7277-7D0C-F265-99EDCD3F93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653" y="1202742"/>
            <a:ext cx="3625595" cy="247452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C7CF938-6129-AD0E-3BD7-C0CD480C62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5653" y="3861608"/>
            <a:ext cx="3622858" cy="2564304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EB3EDFF-7AE7-8FC5-3ADA-016F0DC4EB39}"/>
              </a:ext>
            </a:extLst>
          </p:cNvPr>
          <p:cNvCxnSpPr>
            <a:cxnSpLocks/>
          </p:cNvCxnSpPr>
          <p:nvPr/>
        </p:nvCxnSpPr>
        <p:spPr>
          <a:xfrm>
            <a:off x="1629332" y="1684020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75918AB-7FFD-508C-25C0-CD486766368F}"/>
              </a:ext>
            </a:extLst>
          </p:cNvPr>
          <p:cNvSpPr txBox="1"/>
          <p:nvPr/>
        </p:nvSpPr>
        <p:spPr>
          <a:xfrm>
            <a:off x="305469" y="2573453"/>
            <a:ext cx="1323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>
                <a:solidFill>
                  <a:srgbClr val="FF0000"/>
                </a:solidFill>
              </a:rPr>
              <a:t>Price: 6.02</a:t>
            </a:r>
          </a:p>
          <a:p>
            <a:pPr algn="r"/>
            <a:r>
              <a:rPr lang="en-IN" sz="1000">
                <a:solidFill>
                  <a:srgbClr val="FF0000"/>
                </a:solidFill>
              </a:rPr>
              <a:t>RPI PL: 265 </a:t>
            </a:r>
          </a:p>
          <a:p>
            <a:pPr algn="r"/>
            <a:r>
              <a:rPr lang="en-IN" sz="1000">
                <a:solidFill>
                  <a:srgbClr val="FF0000"/>
                </a:solidFill>
              </a:rPr>
              <a:t>RPI Daddies: 142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228B6C1-C158-6B36-A75E-5930302A5B9F}"/>
              </a:ext>
            </a:extLst>
          </p:cNvPr>
          <p:cNvCxnSpPr>
            <a:cxnSpLocks/>
          </p:cNvCxnSpPr>
          <p:nvPr/>
        </p:nvCxnSpPr>
        <p:spPr>
          <a:xfrm>
            <a:off x="5510347" y="1651433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24515CA-6071-2D8F-DB6E-C567B2281C93}"/>
              </a:ext>
            </a:extLst>
          </p:cNvPr>
          <p:cNvSpPr txBox="1"/>
          <p:nvPr/>
        </p:nvSpPr>
        <p:spPr>
          <a:xfrm>
            <a:off x="4186484" y="2540866"/>
            <a:ext cx="1323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>
                <a:solidFill>
                  <a:srgbClr val="FF0000"/>
                </a:solidFill>
              </a:rPr>
              <a:t>Price: 5.93</a:t>
            </a:r>
          </a:p>
          <a:p>
            <a:pPr algn="r"/>
            <a:r>
              <a:rPr lang="en-IN" sz="1000">
                <a:solidFill>
                  <a:srgbClr val="FF0000"/>
                </a:solidFill>
              </a:rPr>
              <a:t>RPI PL: 247 </a:t>
            </a:r>
          </a:p>
          <a:p>
            <a:pPr algn="r"/>
            <a:r>
              <a:rPr lang="en-IN" sz="1000">
                <a:solidFill>
                  <a:srgbClr val="FF0000"/>
                </a:solidFill>
              </a:rPr>
              <a:t>RPI Daddies: 158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CA17EC8-57F3-56DC-2174-C970574E3291}"/>
              </a:ext>
            </a:extLst>
          </p:cNvPr>
          <p:cNvCxnSpPr>
            <a:cxnSpLocks/>
          </p:cNvCxnSpPr>
          <p:nvPr/>
        </p:nvCxnSpPr>
        <p:spPr>
          <a:xfrm>
            <a:off x="9881792" y="1651433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07F9059-646E-1EEB-12E5-7429F9A68614}"/>
              </a:ext>
            </a:extLst>
          </p:cNvPr>
          <p:cNvSpPr txBox="1"/>
          <p:nvPr/>
        </p:nvSpPr>
        <p:spPr>
          <a:xfrm>
            <a:off x="8394191" y="2540866"/>
            <a:ext cx="14876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>
                <a:solidFill>
                  <a:srgbClr val="FF0000"/>
                </a:solidFill>
              </a:rPr>
              <a:t>Price: 5.71</a:t>
            </a:r>
          </a:p>
          <a:p>
            <a:pPr algn="r"/>
            <a:r>
              <a:rPr lang="en-IN" sz="1000">
                <a:solidFill>
                  <a:srgbClr val="FF0000"/>
                </a:solidFill>
              </a:rPr>
              <a:t>RPI Goldstar: 308 </a:t>
            </a:r>
          </a:p>
          <a:p>
            <a:pPr algn="r"/>
            <a:r>
              <a:rPr lang="en-IN" sz="1000">
                <a:solidFill>
                  <a:srgbClr val="FF0000"/>
                </a:solidFill>
              </a:rPr>
              <a:t>RPI Daddies: 152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1F0E83B-318B-5391-C857-7FB960347779}"/>
              </a:ext>
            </a:extLst>
          </p:cNvPr>
          <p:cNvCxnSpPr>
            <a:cxnSpLocks/>
          </p:cNvCxnSpPr>
          <p:nvPr/>
        </p:nvCxnSpPr>
        <p:spPr>
          <a:xfrm>
            <a:off x="1650844" y="4427220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7368968-E9C1-9223-D933-D45714F64393}"/>
              </a:ext>
            </a:extLst>
          </p:cNvPr>
          <p:cNvCxnSpPr>
            <a:cxnSpLocks/>
          </p:cNvCxnSpPr>
          <p:nvPr/>
        </p:nvCxnSpPr>
        <p:spPr>
          <a:xfrm>
            <a:off x="5540827" y="4411980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B4C8727-6E09-91AE-AF71-043794AAD825}"/>
              </a:ext>
            </a:extLst>
          </p:cNvPr>
          <p:cNvCxnSpPr>
            <a:cxnSpLocks/>
          </p:cNvCxnSpPr>
          <p:nvPr/>
        </p:nvCxnSpPr>
        <p:spPr>
          <a:xfrm>
            <a:off x="9897032" y="4419600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2BBFEAF-739D-6408-0467-039C01609596}"/>
              </a:ext>
            </a:extLst>
          </p:cNvPr>
          <p:cNvCxnSpPr>
            <a:cxnSpLocks/>
          </p:cNvCxnSpPr>
          <p:nvPr/>
        </p:nvCxnSpPr>
        <p:spPr>
          <a:xfrm>
            <a:off x="2364924" y="1685970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C021C0E-12B1-42DF-61A7-D39FCEB16C2B}"/>
              </a:ext>
            </a:extLst>
          </p:cNvPr>
          <p:cNvSpPr txBox="1"/>
          <p:nvPr/>
        </p:nvSpPr>
        <p:spPr>
          <a:xfrm>
            <a:off x="2431085" y="2573453"/>
            <a:ext cx="1323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00B050"/>
                </a:solidFill>
              </a:rPr>
              <a:t>Price: 6.22</a:t>
            </a:r>
          </a:p>
          <a:p>
            <a:r>
              <a:rPr lang="en-IN" sz="1000" dirty="0">
                <a:solidFill>
                  <a:srgbClr val="00B050"/>
                </a:solidFill>
              </a:rPr>
              <a:t>RPI PL: 274</a:t>
            </a:r>
          </a:p>
          <a:p>
            <a:r>
              <a:rPr lang="en-IN" sz="1000" dirty="0">
                <a:solidFill>
                  <a:srgbClr val="00B050"/>
                </a:solidFill>
              </a:rPr>
              <a:t>RPI Daddies</a:t>
            </a:r>
            <a:r>
              <a:rPr lang="en-IN" sz="1000">
                <a:solidFill>
                  <a:srgbClr val="00B050"/>
                </a:solidFill>
              </a:rPr>
              <a:t>: 147</a:t>
            </a:r>
            <a:endParaRPr lang="en-IN" sz="1000" dirty="0">
              <a:solidFill>
                <a:srgbClr val="00B050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34374F0-E12B-2806-FA34-B3EE89F7230B}"/>
              </a:ext>
            </a:extLst>
          </p:cNvPr>
          <p:cNvCxnSpPr>
            <a:cxnSpLocks/>
          </p:cNvCxnSpPr>
          <p:nvPr/>
        </p:nvCxnSpPr>
        <p:spPr>
          <a:xfrm>
            <a:off x="5992044" y="1645359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88F43C5-B1DE-C12A-022F-3C5309A42CD5}"/>
              </a:ext>
            </a:extLst>
          </p:cNvPr>
          <p:cNvSpPr txBox="1"/>
          <p:nvPr/>
        </p:nvSpPr>
        <p:spPr>
          <a:xfrm>
            <a:off x="6031889" y="2540866"/>
            <a:ext cx="1323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00B050"/>
                </a:solidFill>
              </a:rPr>
              <a:t>Price: 6.21</a:t>
            </a:r>
          </a:p>
          <a:p>
            <a:r>
              <a:rPr lang="en-IN" sz="1000" dirty="0">
                <a:solidFill>
                  <a:srgbClr val="00B050"/>
                </a:solidFill>
              </a:rPr>
              <a:t>RPI PL: 259</a:t>
            </a:r>
          </a:p>
          <a:p>
            <a:r>
              <a:rPr lang="en-IN" sz="1000" dirty="0">
                <a:solidFill>
                  <a:srgbClr val="00B050"/>
                </a:solidFill>
              </a:rPr>
              <a:t>RPI Daddies: 166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111A784-9D73-CD72-24AD-EB4A0F9D2278}"/>
              </a:ext>
            </a:extLst>
          </p:cNvPr>
          <p:cNvCxnSpPr>
            <a:cxnSpLocks/>
          </p:cNvCxnSpPr>
          <p:nvPr/>
        </p:nvCxnSpPr>
        <p:spPr>
          <a:xfrm>
            <a:off x="10235567" y="1653383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3A99F81-D381-13A0-7A4B-D531F59C1A7A}"/>
              </a:ext>
            </a:extLst>
          </p:cNvPr>
          <p:cNvSpPr txBox="1"/>
          <p:nvPr/>
        </p:nvSpPr>
        <p:spPr>
          <a:xfrm>
            <a:off x="10289928" y="2540866"/>
            <a:ext cx="16694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00B050"/>
                </a:solidFill>
              </a:rPr>
              <a:t>Price: 5.78</a:t>
            </a:r>
          </a:p>
          <a:p>
            <a:r>
              <a:rPr lang="en-IN" sz="1000" dirty="0">
                <a:solidFill>
                  <a:srgbClr val="00B050"/>
                </a:solidFill>
              </a:rPr>
              <a:t>RPI Goldstar: 312</a:t>
            </a:r>
          </a:p>
          <a:p>
            <a:r>
              <a:rPr lang="en-IN" sz="1000" dirty="0">
                <a:solidFill>
                  <a:srgbClr val="00B050"/>
                </a:solidFill>
              </a:rPr>
              <a:t>RPI Daddies: 154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D10E0DB-5A10-767B-69E8-299C95814D84}"/>
              </a:ext>
            </a:extLst>
          </p:cNvPr>
          <p:cNvCxnSpPr>
            <a:cxnSpLocks/>
          </p:cNvCxnSpPr>
          <p:nvPr/>
        </p:nvCxnSpPr>
        <p:spPr>
          <a:xfrm>
            <a:off x="2399111" y="4335763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9A9FD79-5ED2-4330-C91A-48D70DA19CBE}"/>
              </a:ext>
            </a:extLst>
          </p:cNvPr>
          <p:cNvCxnSpPr>
            <a:cxnSpLocks/>
          </p:cNvCxnSpPr>
          <p:nvPr/>
        </p:nvCxnSpPr>
        <p:spPr>
          <a:xfrm>
            <a:off x="6011708" y="4335763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5DC37D5-CDA9-968A-E8A0-ED8F274DF7B7}"/>
              </a:ext>
            </a:extLst>
          </p:cNvPr>
          <p:cNvCxnSpPr>
            <a:cxnSpLocks/>
          </p:cNvCxnSpPr>
          <p:nvPr/>
        </p:nvCxnSpPr>
        <p:spPr>
          <a:xfrm>
            <a:off x="10260188" y="4441130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434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6C866-98DA-DB98-1B9C-29F39824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0383AED-5381-1520-8CBE-043157D445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383AED-5381-1520-8CBE-043157D445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6F12D77-CBAD-E505-8357-CB6EB8F1664C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7FF6604-7113-5869-B995-2C3167942A62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F0E3018-2A00-4D12-A0A6-985227044696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76575A49-828F-C21D-CB8E-A1AD0F399A85}"/>
              </a:ext>
            </a:extLst>
          </p:cNvPr>
          <p:cNvSpPr txBox="1">
            <a:spLocks/>
          </p:cNvSpPr>
          <p:nvPr/>
        </p:nvSpPr>
        <p:spPr>
          <a:xfrm>
            <a:off x="142240" y="77012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4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Supermarket- HP Medium has healthy CSF; HP Small PPG can reduce prices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7E201C61-6C99-3E9A-EE6E-04342A40A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564203"/>
              </p:ext>
            </p:extLst>
          </p:nvPr>
        </p:nvGraphicFramePr>
        <p:xfrm>
          <a:off x="355271" y="4696451"/>
          <a:ext cx="11047296" cy="1085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442">
                  <a:extLst>
                    <a:ext uri="{9D8B030D-6E8A-4147-A177-3AD203B41FA5}">
                      <a16:colId xmlns:a16="http://schemas.microsoft.com/office/drawing/2014/main" val="900505045"/>
                    </a:ext>
                  </a:extLst>
                </a:gridCol>
                <a:gridCol w="1685809">
                  <a:extLst>
                    <a:ext uri="{9D8B030D-6E8A-4147-A177-3AD203B41FA5}">
                      <a16:colId xmlns:a16="http://schemas.microsoft.com/office/drawing/2014/main" val="1414715644"/>
                    </a:ext>
                  </a:extLst>
                </a:gridCol>
                <a:gridCol w="1685809">
                  <a:extLst>
                    <a:ext uri="{9D8B030D-6E8A-4147-A177-3AD203B41FA5}">
                      <a16:colId xmlns:a16="http://schemas.microsoft.com/office/drawing/2014/main" val="1015897118"/>
                    </a:ext>
                  </a:extLst>
                </a:gridCol>
                <a:gridCol w="1685809">
                  <a:extLst>
                    <a:ext uri="{9D8B030D-6E8A-4147-A177-3AD203B41FA5}">
                      <a16:colId xmlns:a16="http://schemas.microsoft.com/office/drawing/2014/main" val="3551982496"/>
                    </a:ext>
                  </a:extLst>
                </a:gridCol>
                <a:gridCol w="1685809">
                  <a:extLst>
                    <a:ext uri="{9D8B030D-6E8A-4147-A177-3AD203B41FA5}">
                      <a16:colId xmlns:a16="http://schemas.microsoft.com/office/drawing/2014/main" val="4248587157"/>
                    </a:ext>
                  </a:extLst>
                </a:gridCol>
                <a:gridCol w="1685809">
                  <a:extLst>
                    <a:ext uri="{9D8B030D-6E8A-4147-A177-3AD203B41FA5}">
                      <a16:colId xmlns:a16="http://schemas.microsoft.com/office/drawing/2014/main" val="4043209967"/>
                    </a:ext>
                  </a:extLst>
                </a:gridCol>
                <a:gridCol w="1685809">
                  <a:extLst>
                    <a:ext uri="{9D8B030D-6E8A-4147-A177-3AD203B41FA5}">
                      <a16:colId xmlns:a16="http://schemas.microsoft.com/office/drawing/2014/main" val="312313753"/>
                    </a:ext>
                  </a:extLst>
                </a:gridCol>
              </a:tblGrid>
              <a:tr h="27137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u="none" strike="noStrike">
                          <a:solidFill>
                            <a:srgbClr val="0B5F99"/>
                          </a:solidFill>
                          <a:effectLst/>
                        </a:rPr>
                        <a:t>C.MS%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9.8%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10.1%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9.5%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21.9%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87308"/>
                  </a:ext>
                </a:extLst>
              </a:tr>
              <a:tr h="27137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u="none" strike="noStrike">
                          <a:solidFill>
                            <a:srgbClr val="0B5F99"/>
                          </a:solidFill>
                          <a:effectLst/>
                        </a:rPr>
                        <a:t>MSP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-0.4%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252139"/>
                  </a:ext>
                </a:extLst>
              </a:tr>
              <a:tr h="2713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RPI*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6331"/>
                  </a:ext>
                </a:extLst>
              </a:tr>
              <a:tr h="2713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Inflection RPI*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021828"/>
                  </a:ext>
                </a:extLst>
              </a:tr>
            </a:tbl>
          </a:graphicData>
        </a:graphic>
      </p:graphicFrame>
      <p:sp>
        <p:nvSpPr>
          <p:cNvPr id="59" name="Rounded Rectangle 54">
            <a:extLst>
              <a:ext uri="{FF2B5EF4-FFF2-40B4-BE49-F238E27FC236}">
                <a16:creationId xmlns:a16="http://schemas.microsoft.com/office/drawing/2014/main" id="{D1569414-3518-0C07-F9A7-E8F103D0E6AE}"/>
              </a:ext>
            </a:extLst>
          </p:cNvPr>
          <p:cNvSpPr/>
          <p:nvPr/>
        </p:nvSpPr>
        <p:spPr>
          <a:xfrm>
            <a:off x="496457" y="1636019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MCV</a:t>
            </a:r>
          </a:p>
        </p:txBody>
      </p:sp>
      <p:sp>
        <p:nvSpPr>
          <p:cNvPr id="92" name="Sev01">
            <a:extLst>
              <a:ext uri="{FF2B5EF4-FFF2-40B4-BE49-F238E27FC236}">
                <a16:creationId xmlns:a16="http://schemas.microsoft.com/office/drawing/2014/main" id="{E58A5D6E-BB94-4A8B-C2B4-283316D975AD}"/>
              </a:ext>
            </a:extLst>
          </p:cNvPr>
          <p:cNvSpPr/>
          <p:nvPr/>
        </p:nvSpPr>
        <p:spPr>
          <a:xfrm>
            <a:off x="1765564" y="893377"/>
            <a:ext cx="2202161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Small- 11.3% Val. MS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" name="Sev01">
            <a:extLst>
              <a:ext uri="{FF2B5EF4-FFF2-40B4-BE49-F238E27FC236}">
                <a16:creationId xmlns:a16="http://schemas.microsoft.com/office/drawing/2014/main" id="{E6625458-FE0B-F082-751A-58E35ACC1A7E}"/>
              </a:ext>
            </a:extLst>
          </p:cNvPr>
          <p:cNvSpPr/>
          <p:nvPr/>
        </p:nvSpPr>
        <p:spPr>
          <a:xfrm>
            <a:off x="6465904" y="888137"/>
            <a:ext cx="1597667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Medium- 64.9%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" name="Sev01">
            <a:extLst>
              <a:ext uri="{FF2B5EF4-FFF2-40B4-BE49-F238E27FC236}">
                <a16:creationId xmlns:a16="http://schemas.microsoft.com/office/drawing/2014/main" id="{38FB5D7D-2B2A-6AB5-A1E1-B04EE2090139}"/>
              </a:ext>
            </a:extLst>
          </p:cNvPr>
          <p:cNvSpPr/>
          <p:nvPr/>
        </p:nvSpPr>
        <p:spPr>
          <a:xfrm>
            <a:off x="9951566" y="888137"/>
            <a:ext cx="1375823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Large- 21.9%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4" name="Rounded Rectangle 54">
            <a:extLst>
              <a:ext uri="{FF2B5EF4-FFF2-40B4-BE49-F238E27FC236}">
                <a16:creationId xmlns:a16="http://schemas.microsoft.com/office/drawing/2014/main" id="{C2C3D1C4-C694-1372-9413-E592B8E6535A}"/>
              </a:ext>
            </a:extLst>
          </p:cNvPr>
          <p:cNvSpPr/>
          <p:nvPr/>
        </p:nvSpPr>
        <p:spPr>
          <a:xfrm>
            <a:off x="496456" y="3685799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</a:p>
        </p:txBody>
      </p:sp>
      <p:sp>
        <p:nvSpPr>
          <p:cNvPr id="5" name="Rounded Rectangle 54">
            <a:extLst>
              <a:ext uri="{FF2B5EF4-FFF2-40B4-BE49-F238E27FC236}">
                <a16:creationId xmlns:a16="http://schemas.microsoft.com/office/drawing/2014/main" id="{92569F8A-66E8-B07B-5558-453BAEE0ACFB}"/>
              </a:ext>
            </a:extLst>
          </p:cNvPr>
          <p:cNvSpPr/>
          <p:nvPr/>
        </p:nvSpPr>
        <p:spPr>
          <a:xfrm>
            <a:off x="495440" y="2755023"/>
            <a:ext cx="600156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CSF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E99735-FF40-5544-7293-477F0DE7E7EC}"/>
              </a:ext>
            </a:extLst>
          </p:cNvPr>
          <p:cNvSpPr/>
          <p:nvPr/>
        </p:nvSpPr>
        <p:spPr>
          <a:xfrm>
            <a:off x="355271" y="5909887"/>
            <a:ext cx="11047296" cy="51629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>
                <a:solidFill>
                  <a:schemeClr val="tx1"/>
                </a:solidFill>
              </a:rPr>
              <a:t>HP’s growth will come from it’s Medium Variant; HP Small can cut prices slightly to prevent loss of MS%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>
                <a:solidFill>
                  <a:schemeClr val="tx1"/>
                </a:solidFill>
              </a:rPr>
              <a:t>Private Label and Daddies have discontinued their Large PPGs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AC1B738-884E-FEA1-646C-DB669F8F27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9568707"/>
              </p:ext>
            </p:extLst>
          </p:nvPr>
        </p:nvGraphicFramePr>
        <p:xfrm>
          <a:off x="960120" y="1099355"/>
          <a:ext cx="10727924" cy="3502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0E1AB7-9F19-9975-636D-0949B4D53F7B}"/>
              </a:ext>
            </a:extLst>
          </p:cNvPr>
          <p:cNvCxnSpPr>
            <a:cxnSpLocks/>
          </p:cNvCxnSpPr>
          <p:nvPr/>
        </p:nvCxnSpPr>
        <p:spPr>
          <a:xfrm>
            <a:off x="4663440" y="888137"/>
            <a:ext cx="0" cy="361071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F36A53-AF9F-4EB7-9B66-AD36762AE156}"/>
              </a:ext>
            </a:extLst>
          </p:cNvPr>
          <p:cNvCxnSpPr>
            <a:cxnSpLocks/>
          </p:cNvCxnSpPr>
          <p:nvPr/>
        </p:nvCxnSpPr>
        <p:spPr>
          <a:xfrm>
            <a:off x="9717024" y="871494"/>
            <a:ext cx="0" cy="362735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000EFEE-92A3-9A32-E47A-80EDD976F19F}"/>
              </a:ext>
            </a:extLst>
          </p:cNvPr>
          <p:cNvSpPr txBox="1"/>
          <p:nvPr/>
        </p:nvSpPr>
        <p:spPr>
          <a:xfrm>
            <a:off x="142240" y="6534428"/>
            <a:ext cx="8856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*RPI metric is calculated keeping Entire Channel as reference</a:t>
            </a:r>
            <a:endParaRPr lang="en-IN" sz="1000" i="1"/>
          </a:p>
        </p:txBody>
      </p:sp>
    </p:spTree>
    <p:extLst>
      <p:ext uri="{BB962C8B-B14F-4D97-AF65-F5344CB8AC3E}">
        <p14:creationId xmlns:p14="http://schemas.microsoft.com/office/powerpoint/2010/main" val="209378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95B1-85F6-C63E-318D-D09616BB4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44E9E2F-51A4-5895-6ACF-FCDC64C138A3}"/>
              </a:ext>
            </a:extLst>
          </p:cNvPr>
          <p:cNvSpPr/>
          <p:nvPr/>
        </p:nvSpPr>
        <p:spPr>
          <a:xfrm>
            <a:off x="157320" y="819150"/>
            <a:ext cx="3834578" cy="58269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599F346-70C8-8B10-C9CE-388658736F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99F346-70C8-8B10-C9CE-388658736F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0413D32-9936-3DEC-40C4-5F4CFC0A170C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A3A65C4-684A-B073-DF2F-283283E66097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CC7556A-03B3-A536-224F-F12770CA68F6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BB1C4FB4-FECB-87B7-FDDB-F6C06D153FB2}"/>
              </a:ext>
            </a:extLst>
          </p:cNvPr>
          <p:cNvSpPr txBox="1">
            <a:spLocks/>
          </p:cNvSpPr>
          <p:nvPr/>
        </p:nvSpPr>
        <p:spPr>
          <a:xfrm>
            <a:off x="175644" y="76318"/>
            <a:ext cx="11867823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4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Supermarket- Medium PPG should be the major driver in increasing overall brand prices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431D00-A45C-D672-D48C-14BC0315B6F6}"/>
              </a:ext>
            </a:extLst>
          </p:cNvPr>
          <p:cNvSpPr txBox="1"/>
          <p:nvPr/>
        </p:nvSpPr>
        <p:spPr>
          <a:xfrm>
            <a:off x="175645" y="83867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Small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1B8AC8-DE70-DE71-4168-C0B273B1FC2C}"/>
              </a:ext>
            </a:extLst>
          </p:cNvPr>
          <p:cNvSpPr txBox="1"/>
          <p:nvPr/>
        </p:nvSpPr>
        <p:spPr>
          <a:xfrm>
            <a:off x="5395555" y="808808"/>
            <a:ext cx="2397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5DDB2-6BD3-3C68-4890-A9B9835E7C5E}"/>
              </a:ext>
            </a:extLst>
          </p:cNvPr>
          <p:cNvSpPr/>
          <p:nvPr/>
        </p:nvSpPr>
        <p:spPr>
          <a:xfrm>
            <a:off x="4183105" y="819149"/>
            <a:ext cx="3834578" cy="58269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337BB2-402E-4F47-4A4E-A1F98448FBD1}"/>
              </a:ext>
            </a:extLst>
          </p:cNvPr>
          <p:cNvSpPr/>
          <p:nvPr/>
        </p:nvSpPr>
        <p:spPr>
          <a:xfrm>
            <a:off x="8208890" y="794450"/>
            <a:ext cx="3834578" cy="58269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5CF27-FC43-89E8-8822-BF72F2E944CF}"/>
              </a:ext>
            </a:extLst>
          </p:cNvPr>
          <p:cNvSpPr txBox="1"/>
          <p:nvPr/>
        </p:nvSpPr>
        <p:spPr>
          <a:xfrm>
            <a:off x="4319105" y="81914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9787CB-AA2D-F21B-9AE1-CA6CB50A7DF2}"/>
              </a:ext>
            </a:extLst>
          </p:cNvPr>
          <p:cNvSpPr txBox="1"/>
          <p:nvPr/>
        </p:nvSpPr>
        <p:spPr>
          <a:xfrm>
            <a:off x="8346694" y="83867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Large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49BF1-60FD-6D32-886D-996159DEFA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950" y="1165985"/>
            <a:ext cx="3667650" cy="25509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278000-048D-8676-8B37-0D688EB4B0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951" y="3894147"/>
            <a:ext cx="3667650" cy="25094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4E194D-6BB9-99DD-EF04-D8667EE304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6537" y="1163093"/>
            <a:ext cx="3664385" cy="25503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3D0F19-E6CB-11DE-0E1A-832FEBE4DF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9387" y="3894147"/>
            <a:ext cx="3592941" cy="250944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07E1AEA-1863-23CA-3E74-61C3751B3CA8}"/>
              </a:ext>
            </a:extLst>
          </p:cNvPr>
          <p:cNvCxnSpPr>
            <a:cxnSpLocks/>
          </p:cNvCxnSpPr>
          <p:nvPr/>
        </p:nvCxnSpPr>
        <p:spPr>
          <a:xfrm>
            <a:off x="2521056" y="4341386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45391D4-EBA2-45B0-6379-506814ACAF69}"/>
              </a:ext>
            </a:extLst>
          </p:cNvPr>
          <p:cNvSpPr txBox="1"/>
          <p:nvPr/>
        </p:nvSpPr>
        <p:spPr>
          <a:xfrm>
            <a:off x="2386080" y="2566266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50" dirty="0">
                <a:solidFill>
                  <a:srgbClr val="FF0000"/>
                </a:solidFill>
              </a:rPr>
              <a:t>Price: 7.02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1D8EBF-DF05-50EB-F004-45890E981A01}"/>
              </a:ext>
            </a:extLst>
          </p:cNvPr>
          <p:cNvCxnSpPr>
            <a:cxnSpLocks/>
          </p:cNvCxnSpPr>
          <p:nvPr/>
        </p:nvCxnSpPr>
        <p:spPr>
          <a:xfrm>
            <a:off x="2002033" y="4345136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7C1C48-1A41-6C52-CCBD-C093D9900844}"/>
              </a:ext>
            </a:extLst>
          </p:cNvPr>
          <p:cNvSpPr txBox="1"/>
          <p:nvPr/>
        </p:nvSpPr>
        <p:spPr>
          <a:xfrm>
            <a:off x="1203254" y="2566266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rgbClr val="00B050"/>
                </a:solidFill>
              </a:rPr>
              <a:t>Price: 6.77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C35A94-711D-1846-8474-D0042A3B80B7}"/>
              </a:ext>
            </a:extLst>
          </p:cNvPr>
          <p:cNvCxnSpPr>
            <a:cxnSpLocks/>
          </p:cNvCxnSpPr>
          <p:nvPr/>
        </p:nvCxnSpPr>
        <p:spPr>
          <a:xfrm>
            <a:off x="1964612" y="1648244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BE782B3-7E04-35B6-655F-5DF9ADE908ED}"/>
              </a:ext>
            </a:extLst>
          </p:cNvPr>
          <p:cNvCxnSpPr>
            <a:cxnSpLocks/>
          </p:cNvCxnSpPr>
          <p:nvPr/>
        </p:nvCxnSpPr>
        <p:spPr>
          <a:xfrm>
            <a:off x="2500711" y="1649606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8B78E7E-8B0C-5400-8BB7-D467C9088643}"/>
              </a:ext>
            </a:extLst>
          </p:cNvPr>
          <p:cNvSpPr txBox="1"/>
          <p:nvPr/>
        </p:nvSpPr>
        <p:spPr>
          <a:xfrm>
            <a:off x="4673293" y="2630269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>
                <a:solidFill>
                  <a:srgbClr val="FF0000"/>
                </a:solidFill>
              </a:rPr>
              <a:t>Price: 5.97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4BB4A4-8B9F-89F8-E9E3-6E8C722206A7}"/>
              </a:ext>
            </a:extLst>
          </p:cNvPr>
          <p:cNvCxnSpPr>
            <a:cxnSpLocks/>
          </p:cNvCxnSpPr>
          <p:nvPr/>
        </p:nvCxnSpPr>
        <p:spPr>
          <a:xfrm>
            <a:off x="5568829" y="1649606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81170B6-EF02-CA75-17FD-D1F58639EF07}"/>
              </a:ext>
            </a:extLst>
          </p:cNvPr>
          <p:cNvCxnSpPr>
            <a:cxnSpLocks/>
          </p:cNvCxnSpPr>
          <p:nvPr/>
        </p:nvCxnSpPr>
        <p:spPr>
          <a:xfrm>
            <a:off x="5998132" y="1638084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07ED1EF-D771-7C96-0418-7E8C0F2A3C47}"/>
              </a:ext>
            </a:extLst>
          </p:cNvPr>
          <p:cNvSpPr txBox="1"/>
          <p:nvPr/>
        </p:nvSpPr>
        <p:spPr>
          <a:xfrm>
            <a:off x="5998326" y="2630269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rgbClr val="00B050"/>
                </a:solidFill>
              </a:rPr>
              <a:t>Price: 6.71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77D49F2-2210-A7F7-6676-7A542CA1FB1E}"/>
              </a:ext>
            </a:extLst>
          </p:cNvPr>
          <p:cNvCxnSpPr>
            <a:cxnSpLocks/>
          </p:cNvCxnSpPr>
          <p:nvPr/>
        </p:nvCxnSpPr>
        <p:spPr>
          <a:xfrm>
            <a:off x="5582721" y="4352908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23B2605-E3D2-C4D1-00F0-FB03015843B5}"/>
              </a:ext>
            </a:extLst>
          </p:cNvPr>
          <p:cNvCxnSpPr>
            <a:cxnSpLocks/>
          </p:cNvCxnSpPr>
          <p:nvPr/>
        </p:nvCxnSpPr>
        <p:spPr>
          <a:xfrm>
            <a:off x="6012024" y="4341386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BE066EA-2856-4879-DACF-E7605CDCD8A2}"/>
              </a:ext>
            </a:extLst>
          </p:cNvPr>
          <p:cNvGrpSpPr/>
          <p:nvPr/>
        </p:nvGrpSpPr>
        <p:grpSpPr>
          <a:xfrm>
            <a:off x="9297454" y="6611779"/>
            <a:ext cx="1319225" cy="246221"/>
            <a:chOff x="9729406" y="4277340"/>
            <a:chExt cx="1319225" cy="2462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2F73F2-260C-9DF8-58D2-66DD3C72D883}"/>
                </a:ext>
              </a:extLst>
            </p:cNvPr>
            <p:cNvSpPr txBox="1"/>
            <p:nvPr/>
          </p:nvSpPr>
          <p:spPr>
            <a:xfrm>
              <a:off x="10100477" y="4277340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Inflection 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2A6FDDD-F754-43DE-AEB5-E34278E29588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398081"/>
              <a:ext cx="378462" cy="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81189D5-A08A-CD46-96FD-1E2B591894CE}"/>
              </a:ext>
            </a:extLst>
          </p:cNvPr>
          <p:cNvGrpSpPr/>
          <p:nvPr/>
        </p:nvGrpSpPr>
        <p:grpSpPr>
          <a:xfrm>
            <a:off x="8266771" y="6611779"/>
            <a:ext cx="1319225" cy="246221"/>
            <a:chOff x="9729406" y="4069187"/>
            <a:chExt cx="1319225" cy="2462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98077E-133F-C785-2D45-87CE74E768CB}"/>
                </a:ext>
              </a:extLst>
            </p:cNvPr>
            <p:cNvSpPr txBox="1"/>
            <p:nvPr/>
          </p:nvSpPr>
          <p:spPr>
            <a:xfrm>
              <a:off x="10100477" y="4069187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L12M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03D6FA9-3A29-C9FF-7D94-36444B539E0B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181560"/>
              <a:ext cx="378462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96D0E4D7-2A6D-EBE2-D98C-064F9326CF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912" y="1205959"/>
            <a:ext cx="3638534" cy="246463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A330EF6-EB94-0440-D79C-54C26B47E52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911" y="3883987"/>
            <a:ext cx="3638535" cy="255604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FEB3CF7-572A-86FA-5593-388E6864BDE0}"/>
              </a:ext>
            </a:extLst>
          </p:cNvPr>
          <p:cNvSpPr txBox="1"/>
          <p:nvPr/>
        </p:nvSpPr>
        <p:spPr>
          <a:xfrm>
            <a:off x="10177793" y="2643402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solidFill>
                  <a:srgbClr val="FF0000"/>
                </a:solidFill>
              </a:rPr>
              <a:t>Price: 5.73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EFC2340-3272-D3A9-50BD-154084BD2669}"/>
              </a:ext>
            </a:extLst>
          </p:cNvPr>
          <p:cNvCxnSpPr>
            <a:cxnSpLocks/>
          </p:cNvCxnSpPr>
          <p:nvPr/>
        </p:nvCxnSpPr>
        <p:spPr>
          <a:xfrm>
            <a:off x="10285792" y="1619126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9400ED1-56E7-2000-54F5-82A6CDC50F0A}"/>
              </a:ext>
            </a:extLst>
          </p:cNvPr>
          <p:cNvSpPr txBox="1"/>
          <p:nvPr/>
        </p:nvSpPr>
        <p:spPr>
          <a:xfrm>
            <a:off x="8901089" y="2643402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rgbClr val="00B050"/>
                </a:solidFill>
              </a:rPr>
              <a:t>Price: 5.08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3F0FD53-A17A-2B5B-A6ED-138A6701B041}"/>
              </a:ext>
            </a:extLst>
          </p:cNvPr>
          <p:cNvCxnSpPr>
            <a:cxnSpLocks/>
          </p:cNvCxnSpPr>
          <p:nvPr/>
        </p:nvCxnSpPr>
        <p:spPr>
          <a:xfrm>
            <a:off x="9714984" y="1708033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8FB8B8A-A70D-E249-A4B2-59F02D1582B5}"/>
              </a:ext>
            </a:extLst>
          </p:cNvPr>
          <p:cNvCxnSpPr>
            <a:cxnSpLocks/>
          </p:cNvCxnSpPr>
          <p:nvPr/>
        </p:nvCxnSpPr>
        <p:spPr>
          <a:xfrm>
            <a:off x="10326432" y="4252479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AE29EB6-9CFA-58AE-63DD-C795C248DCF4}"/>
              </a:ext>
            </a:extLst>
          </p:cNvPr>
          <p:cNvCxnSpPr>
            <a:cxnSpLocks/>
          </p:cNvCxnSpPr>
          <p:nvPr/>
        </p:nvCxnSpPr>
        <p:spPr>
          <a:xfrm>
            <a:off x="9755624" y="4341386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01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A202D-2515-2FCE-BEC5-AF00D4957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C8B8155-D1EC-B783-8552-C1C955B6FF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8B8155-D1EC-B783-8552-C1C955B6FF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572AB0E-F836-B9CD-EF48-F45CFB749328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054D0C2-3881-E243-C8FE-8CEC7B5606A6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35BDA4B-C02D-10FE-721C-402D51C74692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45B637A8-423D-01E2-9226-B30E7596ADF8}"/>
              </a:ext>
            </a:extLst>
          </p:cNvPr>
          <p:cNvSpPr txBox="1">
            <a:spLocks/>
          </p:cNvSpPr>
          <p:nvPr/>
        </p:nvSpPr>
        <p:spPr>
          <a:xfrm>
            <a:off x="142240" y="77012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4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Tesco - HP Medium has healthy CSF; HP Large PPG can reduce prices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87386252-FC6E-329E-7567-A66CE5396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250850"/>
              </p:ext>
            </p:extLst>
          </p:nvPr>
        </p:nvGraphicFramePr>
        <p:xfrm>
          <a:off x="373560" y="4764920"/>
          <a:ext cx="11047295" cy="993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0355">
                  <a:extLst>
                    <a:ext uri="{9D8B030D-6E8A-4147-A177-3AD203B41FA5}">
                      <a16:colId xmlns:a16="http://schemas.microsoft.com/office/drawing/2014/main" val="900505045"/>
                    </a:ext>
                  </a:extLst>
                </a:gridCol>
                <a:gridCol w="1989388">
                  <a:extLst>
                    <a:ext uri="{9D8B030D-6E8A-4147-A177-3AD203B41FA5}">
                      <a16:colId xmlns:a16="http://schemas.microsoft.com/office/drawing/2014/main" val="1414715644"/>
                    </a:ext>
                  </a:extLst>
                </a:gridCol>
                <a:gridCol w="1989388">
                  <a:extLst>
                    <a:ext uri="{9D8B030D-6E8A-4147-A177-3AD203B41FA5}">
                      <a16:colId xmlns:a16="http://schemas.microsoft.com/office/drawing/2014/main" val="3551982496"/>
                    </a:ext>
                  </a:extLst>
                </a:gridCol>
                <a:gridCol w="1989388">
                  <a:extLst>
                    <a:ext uri="{9D8B030D-6E8A-4147-A177-3AD203B41FA5}">
                      <a16:colId xmlns:a16="http://schemas.microsoft.com/office/drawing/2014/main" val="4248587157"/>
                    </a:ext>
                  </a:extLst>
                </a:gridCol>
                <a:gridCol w="1989388">
                  <a:extLst>
                    <a:ext uri="{9D8B030D-6E8A-4147-A177-3AD203B41FA5}">
                      <a16:colId xmlns:a16="http://schemas.microsoft.com/office/drawing/2014/main" val="4043209967"/>
                    </a:ext>
                  </a:extLst>
                </a:gridCol>
                <a:gridCol w="1989388">
                  <a:extLst>
                    <a:ext uri="{9D8B030D-6E8A-4147-A177-3AD203B41FA5}">
                      <a16:colId xmlns:a16="http://schemas.microsoft.com/office/drawing/2014/main" val="312313753"/>
                    </a:ext>
                  </a:extLst>
                </a:gridCol>
              </a:tblGrid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u="none" strike="noStrike">
                          <a:solidFill>
                            <a:srgbClr val="0B5F99"/>
                          </a:solidFill>
                          <a:effectLst/>
                        </a:rPr>
                        <a:t>C.MS%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51.2%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11.9%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7.5%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20.3%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87308"/>
                  </a:ext>
                </a:extLst>
              </a:tr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u="none" strike="noStrike">
                          <a:solidFill>
                            <a:srgbClr val="0B5F99"/>
                          </a:solidFill>
                          <a:effectLst/>
                        </a:rPr>
                        <a:t>MSP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-1.1%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252139"/>
                  </a:ext>
                </a:extLst>
              </a:tr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RPI*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55975"/>
                  </a:ext>
                </a:extLst>
              </a:tr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Inflection RPI*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758852"/>
                  </a:ext>
                </a:extLst>
              </a:tr>
            </a:tbl>
          </a:graphicData>
        </a:graphic>
      </p:graphicFrame>
      <p:sp>
        <p:nvSpPr>
          <p:cNvPr id="59" name="Rounded Rectangle 54">
            <a:extLst>
              <a:ext uri="{FF2B5EF4-FFF2-40B4-BE49-F238E27FC236}">
                <a16:creationId xmlns:a16="http://schemas.microsoft.com/office/drawing/2014/main" id="{844B687B-7473-DD51-146E-5F46B381E6EF}"/>
              </a:ext>
            </a:extLst>
          </p:cNvPr>
          <p:cNvSpPr/>
          <p:nvPr/>
        </p:nvSpPr>
        <p:spPr>
          <a:xfrm>
            <a:off x="533626" y="1681749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MCV</a:t>
            </a:r>
          </a:p>
        </p:txBody>
      </p:sp>
      <p:sp>
        <p:nvSpPr>
          <p:cNvPr id="92" name="Sev01">
            <a:extLst>
              <a:ext uri="{FF2B5EF4-FFF2-40B4-BE49-F238E27FC236}">
                <a16:creationId xmlns:a16="http://schemas.microsoft.com/office/drawing/2014/main" id="{9B86B4D4-47C2-C864-9890-628784F74754}"/>
              </a:ext>
            </a:extLst>
          </p:cNvPr>
          <p:cNvSpPr/>
          <p:nvPr/>
        </p:nvSpPr>
        <p:spPr>
          <a:xfrm>
            <a:off x="1219989" y="893671"/>
            <a:ext cx="2202161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Small- 8.4% Val. MS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3" name="Sev01">
            <a:extLst>
              <a:ext uri="{FF2B5EF4-FFF2-40B4-BE49-F238E27FC236}">
                <a16:creationId xmlns:a16="http://schemas.microsoft.com/office/drawing/2014/main" id="{D6DECA21-502D-5559-394E-0EE2558CC6FD}"/>
              </a:ext>
            </a:extLst>
          </p:cNvPr>
          <p:cNvSpPr/>
          <p:nvPr/>
        </p:nvSpPr>
        <p:spPr>
          <a:xfrm>
            <a:off x="5703480" y="888758"/>
            <a:ext cx="1597667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Medium- 70.6%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" name="Sev01">
            <a:extLst>
              <a:ext uri="{FF2B5EF4-FFF2-40B4-BE49-F238E27FC236}">
                <a16:creationId xmlns:a16="http://schemas.microsoft.com/office/drawing/2014/main" id="{10673EF0-2352-6420-DDE1-CCD1A993AD38}"/>
              </a:ext>
            </a:extLst>
          </p:cNvPr>
          <p:cNvSpPr/>
          <p:nvPr/>
        </p:nvSpPr>
        <p:spPr>
          <a:xfrm>
            <a:off x="9810337" y="888757"/>
            <a:ext cx="1375823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Large- 20.3%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4" name="Rounded Rectangle 54">
            <a:extLst>
              <a:ext uri="{FF2B5EF4-FFF2-40B4-BE49-F238E27FC236}">
                <a16:creationId xmlns:a16="http://schemas.microsoft.com/office/drawing/2014/main" id="{F6F9840B-DF3B-C787-EDAA-C5F6EECA3B12}"/>
              </a:ext>
            </a:extLst>
          </p:cNvPr>
          <p:cNvSpPr/>
          <p:nvPr/>
        </p:nvSpPr>
        <p:spPr>
          <a:xfrm>
            <a:off x="533627" y="3762847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</a:p>
        </p:txBody>
      </p:sp>
      <p:sp>
        <p:nvSpPr>
          <p:cNvPr id="5" name="Rounded Rectangle 54">
            <a:extLst>
              <a:ext uri="{FF2B5EF4-FFF2-40B4-BE49-F238E27FC236}">
                <a16:creationId xmlns:a16="http://schemas.microsoft.com/office/drawing/2014/main" id="{2E112562-83BB-8143-9B39-7BD047D3DCC4}"/>
              </a:ext>
            </a:extLst>
          </p:cNvPr>
          <p:cNvSpPr/>
          <p:nvPr/>
        </p:nvSpPr>
        <p:spPr>
          <a:xfrm>
            <a:off x="533627" y="2722298"/>
            <a:ext cx="600156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CSF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4B9437-E8E9-5E0A-94C4-336A740CECF4}"/>
              </a:ext>
            </a:extLst>
          </p:cNvPr>
          <p:cNvSpPr/>
          <p:nvPr/>
        </p:nvSpPr>
        <p:spPr>
          <a:xfrm>
            <a:off x="373560" y="5894377"/>
            <a:ext cx="11140014" cy="51629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>
                <a:solidFill>
                  <a:schemeClr val="tx1"/>
                </a:solidFill>
              </a:rPr>
              <a:t>HP’s growth will come from it’s Medium Variant; HP Large can cut prices slightly to prevent loss of MS% since it’s RPI to Category has gone up from 104 to 111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>
                <a:solidFill>
                  <a:schemeClr val="tx1"/>
                </a:solidFill>
              </a:rPr>
              <a:t>Private Label and Daddies have discontinued their Large PPGs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3D394B8E-20CF-0D9D-413B-9F3EBBC9D6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211631"/>
              </p:ext>
            </p:extLst>
          </p:nvPr>
        </p:nvGraphicFramePr>
        <p:xfrm>
          <a:off x="960120" y="1099355"/>
          <a:ext cx="10727924" cy="3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1C11F4-A791-ABE9-DB10-5A6F8A405468}"/>
              </a:ext>
            </a:extLst>
          </p:cNvPr>
          <p:cNvCxnSpPr>
            <a:cxnSpLocks/>
          </p:cNvCxnSpPr>
          <p:nvPr/>
        </p:nvCxnSpPr>
        <p:spPr>
          <a:xfrm>
            <a:off x="3456432" y="893045"/>
            <a:ext cx="0" cy="3605803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16219B-5457-7CFA-A82B-EDC7EB18D273}"/>
              </a:ext>
            </a:extLst>
          </p:cNvPr>
          <p:cNvCxnSpPr>
            <a:cxnSpLocks/>
          </p:cNvCxnSpPr>
          <p:nvPr/>
        </p:nvCxnSpPr>
        <p:spPr>
          <a:xfrm>
            <a:off x="9406128" y="893045"/>
            <a:ext cx="0" cy="3605803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ADD09F8-17D4-A17E-F67A-C7BCD82EB54A}"/>
              </a:ext>
            </a:extLst>
          </p:cNvPr>
          <p:cNvSpPr txBox="1"/>
          <p:nvPr/>
        </p:nvSpPr>
        <p:spPr>
          <a:xfrm>
            <a:off x="142240" y="6534428"/>
            <a:ext cx="8856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*RPI metric is calculated keeping Entire Channel as reference</a:t>
            </a:r>
            <a:endParaRPr lang="en-IN" sz="1000" i="1"/>
          </a:p>
        </p:txBody>
      </p:sp>
    </p:spTree>
    <p:extLst>
      <p:ext uri="{BB962C8B-B14F-4D97-AF65-F5344CB8AC3E}">
        <p14:creationId xmlns:p14="http://schemas.microsoft.com/office/powerpoint/2010/main" val="121780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45A8-4ED6-EB9A-C2A4-253FEF8B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3691FF1-6A0B-CB30-399B-49356F5D25A6}"/>
              </a:ext>
            </a:extLst>
          </p:cNvPr>
          <p:cNvSpPr/>
          <p:nvPr/>
        </p:nvSpPr>
        <p:spPr>
          <a:xfrm>
            <a:off x="157320" y="819150"/>
            <a:ext cx="3834578" cy="58269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BF6C5A5-BC10-8DDF-7915-436FBF8503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F6C5A5-BC10-8DDF-7915-436FBF850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8A096CF-8371-8FBD-37A1-ADE829F86097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1511866-1E89-F277-0F2B-56EE222C7C64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ACA2437-49A4-DF08-505E-B7B374ED6C6C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938D059F-BE5C-E55C-5353-3D31C3D372B3}"/>
              </a:ext>
            </a:extLst>
          </p:cNvPr>
          <p:cNvSpPr txBox="1">
            <a:spLocks/>
          </p:cNvSpPr>
          <p:nvPr/>
        </p:nvSpPr>
        <p:spPr>
          <a:xfrm>
            <a:off x="175644" y="76318"/>
            <a:ext cx="11867823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4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Tesco- Large PPG needs price reduction; Small and Medium can increase prices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02D891-9C3A-E307-6480-F684BC2B88EE}"/>
              </a:ext>
            </a:extLst>
          </p:cNvPr>
          <p:cNvSpPr txBox="1"/>
          <p:nvPr/>
        </p:nvSpPr>
        <p:spPr>
          <a:xfrm>
            <a:off x="175645" y="83867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Small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9CC01F-C639-5540-B311-D3A1C8C71205}"/>
              </a:ext>
            </a:extLst>
          </p:cNvPr>
          <p:cNvSpPr txBox="1"/>
          <p:nvPr/>
        </p:nvSpPr>
        <p:spPr>
          <a:xfrm>
            <a:off x="5395555" y="808808"/>
            <a:ext cx="2397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5B73B0-EE87-8BCA-4692-0258FCC67A3C}"/>
              </a:ext>
            </a:extLst>
          </p:cNvPr>
          <p:cNvSpPr/>
          <p:nvPr/>
        </p:nvSpPr>
        <p:spPr>
          <a:xfrm>
            <a:off x="4183105" y="819149"/>
            <a:ext cx="3834578" cy="58269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3057D2-B1EC-8FBC-5685-0BB740DDD507}"/>
              </a:ext>
            </a:extLst>
          </p:cNvPr>
          <p:cNvSpPr/>
          <p:nvPr/>
        </p:nvSpPr>
        <p:spPr>
          <a:xfrm>
            <a:off x="8208890" y="794450"/>
            <a:ext cx="3834578" cy="58269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621FAB-ED75-4824-0A3A-F25B56C5D45E}"/>
              </a:ext>
            </a:extLst>
          </p:cNvPr>
          <p:cNvSpPr txBox="1"/>
          <p:nvPr/>
        </p:nvSpPr>
        <p:spPr>
          <a:xfrm>
            <a:off x="4319105" y="81914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F48AA-DFB5-E41F-3852-EF1417BFBED6}"/>
              </a:ext>
            </a:extLst>
          </p:cNvPr>
          <p:cNvSpPr txBox="1"/>
          <p:nvPr/>
        </p:nvSpPr>
        <p:spPr>
          <a:xfrm>
            <a:off x="8346694" y="83867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Large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E0AC93-592C-7444-3C07-C2E6B7F174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142" y="1156797"/>
            <a:ext cx="3730155" cy="2559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044A5F-2C59-9195-4D8D-2992A724DB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142" y="3875897"/>
            <a:ext cx="3730155" cy="26309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E8DDB7-C320-7C69-FDEC-01886DC7C1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2624" y="1196125"/>
            <a:ext cx="3627087" cy="24516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849710-69A5-A5F3-74A8-EA92BF568A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9867" y="3875897"/>
            <a:ext cx="3609844" cy="24905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E1C2C6D-657C-60FE-B152-D4C3B3BEC5C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55" y="1190685"/>
            <a:ext cx="3591816" cy="25003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C714950-3633-6CC7-CF65-AF081DC2BF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5355" y="3875897"/>
            <a:ext cx="3591816" cy="249307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EA0696-337C-A8EF-D4D8-4390F120816C}"/>
              </a:ext>
            </a:extLst>
          </p:cNvPr>
          <p:cNvCxnSpPr>
            <a:cxnSpLocks/>
          </p:cNvCxnSpPr>
          <p:nvPr/>
        </p:nvCxnSpPr>
        <p:spPr>
          <a:xfrm>
            <a:off x="1695146" y="4420044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06804BE-3D93-7DF2-5BD3-0C5E76EE00A6}"/>
              </a:ext>
            </a:extLst>
          </p:cNvPr>
          <p:cNvCxnSpPr>
            <a:cxnSpLocks/>
          </p:cNvCxnSpPr>
          <p:nvPr/>
        </p:nvCxnSpPr>
        <p:spPr>
          <a:xfrm>
            <a:off x="2542807" y="4433954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6095128-4C9E-2471-FECD-543D4B511BFF}"/>
              </a:ext>
            </a:extLst>
          </p:cNvPr>
          <p:cNvCxnSpPr>
            <a:cxnSpLocks/>
          </p:cNvCxnSpPr>
          <p:nvPr/>
        </p:nvCxnSpPr>
        <p:spPr>
          <a:xfrm>
            <a:off x="5790282" y="4297141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7DAC30F-6D79-4709-10D0-DBD504EF2A98}"/>
              </a:ext>
            </a:extLst>
          </p:cNvPr>
          <p:cNvCxnSpPr>
            <a:cxnSpLocks/>
          </p:cNvCxnSpPr>
          <p:nvPr/>
        </p:nvCxnSpPr>
        <p:spPr>
          <a:xfrm>
            <a:off x="6460960" y="4311051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7FA61C1-D0A0-7915-1E2D-8D02C43A952D}"/>
              </a:ext>
            </a:extLst>
          </p:cNvPr>
          <p:cNvCxnSpPr>
            <a:cxnSpLocks/>
          </p:cNvCxnSpPr>
          <p:nvPr/>
        </p:nvCxnSpPr>
        <p:spPr>
          <a:xfrm>
            <a:off x="10702805" y="4324961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2EDB70-C2A1-5596-9FBE-96ED758071C5}"/>
              </a:ext>
            </a:extLst>
          </p:cNvPr>
          <p:cNvCxnSpPr>
            <a:cxnSpLocks/>
          </p:cNvCxnSpPr>
          <p:nvPr/>
        </p:nvCxnSpPr>
        <p:spPr>
          <a:xfrm>
            <a:off x="9867837" y="4324961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B44542-8224-A4B7-4842-5AFC370D4C94}"/>
              </a:ext>
            </a:extLst>
          </p:cNvPr>
          <p:cNvCxnSpPr>
            <a:cxnSpLocks/>
          </p:cNvCxnSpPr>
          <p:nvPr/>
        </p:nvCxnSpPr>
        <p:spPr>
          <a:xfrm>
            <a:off x="1675482" y="1612934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28EE83-16CE-29C5-8A2B-BA7AB6F8AD74}"/>
              </a:ext>
            </a:extLst>
          </p:cNvPr>
          <p:cNvCxnSpPr>
            <a:cxnSpLocks/>
          </p:cNvCxnSpPr>
          <p:nvPr/>
        </p:nvCxnSpPr>
        <p:spPr>
          <a:xfrm>
            <a:off x="2523143" y="1626844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8602280-1C4B-CBDE-1932-C2733DD24B84}"/>
              </a:ext>
            </a:extLst>
          </p:cNvPr>
          <p:cNvCxnSpPr>
            <a:cxnSpLocks/>
          </p:cNvCxnSpPr>
          <p:nvPr/>
        </p:nvCxnSpPr>
        <p:spPr>
          <a:xfrm>
            <a:off x="5790282" y="1626844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E67A0F0-0954-F659-0443-F7ECC6DB7613}"/>
              </a:ext>
            </a:extLst>
          </p:cNvPr>
          <p:cNvCxnSpPr>
            <a:cxnSpLocks/>
          </p:cNvCxnSpPr>
          <p:nvPr/>
        </p:nvCxnSpPr>
        <p:spPr>
          <a:xfrm>
            <a:off x="6460960" y="1640754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0418C56-907C-A42C-4BFA-2B2539C78EA0}"/>
              </a:ext>
            </a:extLst>
          </p:cNvPr>
          <p:cNvCxnSpPr>
            <a:cxnSpLocks/>
          </p:cNvCxnSpPr>
          <p:nvPr/>
        </p:nvCxnSpPr>
        <p:spPr>
          <a:xfrm>
            <a:off x="10674474" y="1626844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C9A832-2EBE-96FD-9B67-7ABA8692023A}"/>
              </a:ext>
            </a:extLst>
          </p:cNvPr>
          <p:cNvCxnSpPr>
            <a:cxnSpLocks/>
          </p:cNvCxnSpPr>
          <p:nvPr/>
        </p:nvCxnSpPr>
        <p:spPr>
          <a:xfrm>
            <a:off x="9839506" y="1626844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6888FBC-DA9F-1A80-6937-554355815483}"/>
              </a:ext>
            </a:extLst>
          </p:cNvPr>
          <p:cNvSpPr txBox="1"/>
          <p:nvPr/>
        </p:nvSpPr>
        <p:spPr>
          <a:xfrm>
            <a:off x="817374" y="2387325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50">
                <a:solidFill>
                  <a:srgbClr val="FF0000"/>
                </a:solidFill>
              </a:rPr>
              <a:t>Price: 7.19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83CDD1-E5C5-4494-F7DA-E72E3E008578}"/>
              </a:ext>
            </a:extLst>
          </p:cNvPr>
          <p:cNvSpPr txBox="1"/>
          <p:nvPr/>
        </p:nvSpPr>
        <p:spPr>
          <a:xfrm>
            <a:off x="2518278" y="2387325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>
                <a:solidFill>
                  <a:srgbClr val="00B050"/>
                </a:solidFill>
              </a:rPr>
              <a:t>Price: 7.34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B007D7-8E0A-EFAF-F247-F5B841F96BE7}"/>
              </a:ext>
            </a:extLst>
          </p:cNvPr>
          <p:cNvSpPr txBox="1"/>
          <p:nvPr/>
        </p:nvSpPr>
        <p:spPr>
          <a:xfrm>
            <a:off x="6460960" y="2746203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>
                <a:solidFill>
                  <a:srgbClr val="00B050"/>
                </a:solidFill>
              </a:rPr>
              <a:t>Price: 6.63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346547-F572-158D-1AAF-02C76918AC12}"/>
              </a:ext>
            </a:extLst>
          </p:cNvPr>
          <p:cNvSpPr txBox="1"/>
          <p:nvPr/>
        </p:nvSpPr>
        <p:spPr>
          <a:xfrm>
            <a:off x="9149994" y="2704527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>
                <a:solidFill>
                  <a:srgbClr val="00B050"/>
                </a:solidFill>
              </a:rPr>
              <a:t>Price: 4.8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654463-2FD1-9A74-9AD2-5BC1B2D9A589}"/>
              </a:ext>
            </a:extLst>
          </p:cNvPr>
          <p:cNvSpPr txBox="1"/>
          <p:nvPr/>
        </p:nvSpPr>
        <p:spPr>
          <a:xfrm>
            <a:off x="4936480" y="2746203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50">
                <a:solidFill>
                  <a:srgbClr val="FF0000"/>
                </a:solidFill>
              </a:rPr>
              <a:t>Price: 5.96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5EE95D-4334-C35A-CC26-BF7CBB498B1A}"/>
              </a:ext>
            </a:extLst>
          </p:cNvPr>
          <p:cNvSpPr txBox="1"/>
          <p:nvPr/>
        </p:nvSpPr>
        <p:spPr>
          <a:xfrm>
            <a:off x="10485886" y="2704527"/>
            <a:ext cx="8777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50" dirty="0">
                <a:solidFill>
                  <a:srgbClr val="FF0000"/>
                </a:solidFill>
              </a:rPr>
              <a:t>Price: 5.48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EB40DBF-9681-CC79-F863-0819AC1870DD}"/>
              </a:ext>
            </a:extLst>
          </p:cNvPr>
          <p:cNvGrpSpPr/>
          <p:nvPr/>
        </p:nvGrpSpPr>
        <p:grpSpPr>
          <a:xfrm>
            <a:off x="9297454" y="6611779"/>
            <a:ext cx="1319225" cy="246221"/>
            <a:chOff x="9729406" y="4277340"/>
            <a:chExt cx="1319225" cy="2462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10B6A64-DE4B-07A7-01CD-DA1F0555FAA6}"/>
                </a:ext>
              </a:extLst>
            </p:cNvPr>
            <p:cNvSpPr txBox="1"/>
            <p:nvPr/>
          </p:nvSpPr>
          <p:spPr>
            <a:xfrm>
              <a:off x="10100477" y="4277340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Inflection 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7A9BBCB-0F10-F649-6419-BD059ACA4EE9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398081"/>
              <a:ext cx="378462" cy="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F96E17-0069-0E00-A18F-8ABAFBC54466}"/>
              </a:ext>
            </a:extLst>
          </p:cNvPr>
          <p:cNvGrpSpPr/>
          <p:nvPr/>
        </p:nvGrpSpPr>
        <p:grpSpPr>
          <a:xfrm>
            <a:off x="8266771" y="6611779"/>
            <a:ext cx="1319225" cy="246221"/>
            <a:chOff x="9729406" y="4069187"/>
            <a:chExt cx="1319225" cy="2462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CE6AEAF-7DFC-82C8-919D-E9CDA80EF297}"/>
                </a:ext>
              </a:extLst>
            </p:cNvPr>
            <p:cNvSpPr txBox="1"/>
            <p:nvPr/>
          </p:nvSpPr>
          <p:spPr>
            <a:xfrm>
              <a:off x="10100477" y="4069187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L12M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688984-6B4D-0F5D-F069-5D5F1C0986AA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181560"/>
              <a:ext cx="378462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3679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16C9-02C5-9CC7-6720-A56495397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C7FBE07-0306-0F75-FBB2-14168324C9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7FBE07-0306-0F75-FBB2-14168324C9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9A31ECB-5033-38B4-241F-5DE48FFAA6EF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2D94742-68B4-BBD9-FE2B-5157CB3A80D4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E570EBC-13FF-5BF3-C656-5561E1002152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728B9643-E0CB-EB6B-BB10-C52005931903}"/>
              </a:ext>
            </a:extLst>
          </p:cNvPr>
          <p:cNvSpPr txBox="1">
            <a:spLocks/>
          </p:cNvSpPr>
          <p:nvPr/>
        </p:nvSpPr>
        <p:spPr>
          <a:xfrm>
            <a:off x="142240" y="77012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4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Iceland – Gold Star has the highest CSF in Iceland and is in a strong competitive position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378CA8E1-8A15-6C5C-0CCE-AC10BFAC7E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32326"/>
              </p:ext>
            </p:extLst>
          </p:nvPr>
        </p:nvGraphicFramePr>
        <p:xfrm>
          <a:off x="373560" y="4764920"/>
          <a:ext cx="10923704" cy="993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7012">
                  <a:extLst>
                    <a:ext uri="{9D8B030D-6E8A-4147-A177-3AD203B41FA5}">
                      <a16:colId xmlns:a16="http://schemas.microsoft.com/office/drawing/2014/main" val="900505045"/>
                    </a:ext>
                  </a:extLst>
                </a:gridCol>
                <a:gridCol w="2399173">
                  <a:extLst>
                    <a:ext uri="{9D8B030D-6E8A-4147-A177-3AD203B41FA5}">
                      <a16:colId xmlns:a16="http://schemas.microsoft.com/office/drawing/2014/main" val="3551982496"/>
                    </a:ext>
                  </a:extLst>
                </a:gridCol>
                <a:gridCol w="2399173">
                  <a:extLst>
                    <a:ext uri="{9D8B030D-6E8A-4147-A177-3AD203B41FA5}">
                      <a16:colId xmlns:a16="http://schemas.microsoft.com/office/drawing/2014/main" val="4248587157"/>
                    </a:ext>
                  </a:extLst>
                </a:gridCol>
                <a:gridCol w="2399173">
                  <a:extLst>
                    <a:ext uri="{9D8B030D-6E8A-4147-A177-3AD203B41FA5}">
                      <a16:colId xmlns:a16="http://schemas.microsoft.com/office/drawing/2014/main" val="4043209967"/>
                    </a:ext>
                  </a:extLst>
                </a:gridCol>
                <a:gridCol w="2399173">
                  <a:extLst>
                    <a:ext uri="{9D8B030D-6E8A-4147-A177-3AD203B41FA5}">
                      <a16:colId xmlns:a16="http://schemas.microsoft.com/office/drawing/2014/main" val="312313753"/>
                    </a:ext>
                  </a:extLst>
                </a:gridCol>
              </a:tblGrid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u="none" strike="noStrike">
                          <a:solidFill>
                            <a:srgbClr val="0B5F99"/>
                          </a:solidFill>
                          <a:effectLst/>
                        </a:rPr>
                        <a:t>C.MS%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18.5%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28.5%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3.5%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87308"/>
                  </a:ext>
                </a:extLst>
              </a:tr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u="none" strike="noStrike">
                          <a:solidFill>
                            <a:srgbClr val="0B5F99"/>
                          </a:solidFill>
                          <a:effectLst/>
                        </a:rPr>
                        <a:t>MSP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-0.8%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252139"/>
                  </a:ext>
                </a:extLst>
              </a:tr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RPI*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55975"/>
                  </a:ext>
                </a:extLst>
              </a:tr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Inflection RPI*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758852"/>
                  </a:ext>
                </a:extLst>
              </a:tr>
            </a:tbl>
          </a:graphicData>
        </a:graphic>
      </p:graphicFrame>
      <p:sp>
        <p:nvSpPr>
          <p:cNvPr id="59" name="Rounded Rectangle 54">
            <a:extLst>
              <a:ext uri="{FF2B5EF4-FFF2-40B4-BE49-F238E27FC236}">
                <a16:creationId xmlns:a16="http://schemas.microsoft.com/office/drawing/2014/main" id="{CC143D82-3695-EE7D-81C9-DFE8EB6D5B6D}"/>
              </a:ext>
            </a:extLst>
          </p:cNvPr>
          <p:cNvSpPr/>
          <p:nvPr/>
        </p:nvSpPr>
        <p:spPr>
          <a:xfrm>
            <a:off x="533626" y="1681749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MCV</a:t>
            </a:r>
          </a:p>
        </p:txBody>
      </p:sp>
      <p:sp>
        <p:nvSpPr>
          <p:cNvPr id="93" name="Sev01">
            <a:extLst>
              <a:ext uri="{FF2B5EF4-FFF2-40B4-BE49-F238E27FC236}">
                <a16:creationId xmlns:a16="http://schemas.microsoft.com/office/drawing/2014/main" id="{DCFF7736-5F03-D306-1729-78279095CE81}"/>
              </a:ext>
            </a:extLst>
          </p:cNvPr>
          <p:cNvSpPr/>
          <p:nvPr/>
        </p:nvSpPr>
        <p:spPr>
          <a:xfrm>
            <a:off x="3128793" y="888757"/>
            <a:ext cx="1597667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Medium- 47.0%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" name="Sev01">
            <a:extLst>
              <a:ext uri="{FF2B5EF4-FFF2-40B4-BE49-F238E27FC236}">
                <a16:creationId xmlns:a16="http://schemas.microsoft.com/office/drawing/2014/main" id="{B8FD0E32-BDAB-0C57-AD51-96101C411634}"/>
              </a:ext>
            </a:extLst>
          </p:cNvPr>
          <p:cNvSpPr/>
          <p:nvPr/>
        </p:nvSpPr>
        <p:spPr>
          <a:xfrm>
            <a:off x="8217511" y="847014"/>
            <a:ext cx="1375823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Large- 46.5%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4" name="Rounded Rectangle 54">
            <a:extLst>
              <a:ext uri="{FF2B5EF4-FFF2-40B4-BE49-F238E27FC236}">
                <a16:creationId xmlns:a16="http://schemas.microsoft.com/office/drawing/2014/main" id="{E1603264-82EF-D1AD-B0C5-B3C096F46F93}"/>
              </a:ext>
            </a:extLst>
          </p:cNvPr>
          <p:cNvSpPr/>
          <p:nvPr/>
        </p:nvSpPr>
        <p:spPr>
          <a:xfrm>
            <a:off x="533627" y="3762847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</a:p>
        </p:txBody>
      </p:sp>
      <p:sp>
        <p:nvSpPr>
          <p:cNvPr id="5" name="Rounded Rectangle 54">
            <a:extLst>
              <a:ext uri="{FF2B5EF4-FFF2-40B4-BE49-F238E27FC236}">
                <a16:creationId xmlns:a16="http://schemas.microsoft.com/office/drawing/2014/main" id="{E0ACAA5C-C8F2-928D-383A-A4E2EB48C96E}"/>
              </a:ext>
            </a:extLst>
          </p:cNvPr>
          <p:cNvSpPr/>
          <p:nvPr/>
        </p:nvSpPr>
        <p:spPr>
          <a:xfrm>
            <a:off x="533627" y="2722298"/>
            <a:ext cx="600156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CSF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A9C07B-2AEF-098C-1690-16DB185D5ACF}"/>
              </a:ext>
            </a:extLst>
          </p:cNvPr>
          <p:cNvSpPr/>
          <p:nvPr/>
        </p:nvSpPr>
        <p:spPr>
          <a:xfrm>
            <a:off x="373560" y="5894377"/>
            <a:ext cx="10923704" cy="51629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>
                <a:solidFill>
                  <a:schemeClr val="tx1"/>
                </a:solidFill>
              </a:rPr>
              <a:t>HP Medium PPG is facing distribution loss which likely has caused it’s M.S. to decrease; On the contrary, it’s Large PPG has increased it’s distribution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>
                <a:solidFill>
                  <a:schemeClr val="tx1"/>
                </a:solidFill>
              </a:rPr>
              <a:t>Both, Daddies and Gold Star’s RPI to Category has increased; Gold Star, despite being very small in M.S., has a healthy CSF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5BFBC929-FA25-7C4D-8A1F-00933C643B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217783"/>
              </p:ext>
            </p:extLst>
          </p:nvPr>
        </p:nvGraphicFramePr>
        <p:xfrm>
          <a:off x="960120" y="1099355"/>
          <a:ext cx="10727924" cy="3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1AED21-A585-E559-0FC1-F03FFCF067EB}"/>
              </a:ext>
            </a:extLst>
          </p:cNvPr>
          <p:cNvCxnSpPr>
            <a:cxnSpLocks/>
          </p:cNvCxnSpPr>
          <p:nvPr/>
        </p:nvCxnSpPr>
        <p:spPr>
          <a:xfrm>
            <a:off x="6515444" y="919396"/>
            <a:ext cx="0" cy="3605803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7D21C10-73AA-F2C0-779D-83D74936207C}"/>
              </a:ext>
            </a:extLst>
          </p:cNvPr>
          <p:cNvSpPr txBox="1"/>
          <p:nvPr/>
        </p:nvSpPr>
        <p:spPr>
          <a:xfrm>
            <a:off x="142240" y="6534428"/>
            <a:ext cx="8856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*RPI metric is calculated keeping Entire Channel as reference</a:t>
            </a:r>
            <a:endParaRPr lang="en-IN" sz="1000" i="1"/>
          </a:p>
        </p:txBody>
      </p:sp>
    </p:spTree>
    <p:extLst>
      <p:ext uri="{BB962C8B-B14F-4D97-AF65-F5344CB8AC3E}">
        <p14:creationId xmlns:p14="http://schemas.microsoft.com/office/powerpoint/2010/main" val="2139876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C7F9-676D-A9AD-0604-33DEF7E67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CB593AA-4522-CB6F-5639-C10FC7DD4D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B593AA-4522-CB6F-5639-C10FC7DD4D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AD3895A-1EC6-E07F-1640-032131DE6BE6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E02A8EE-6EB5-5ECD-A18A-09D989DC2C77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F02E628-3A3E-F09E-E965-B10B16F49883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E04FD88D-E82D-2516-4B39-EF20BD660A87}"/>
              </a:ext>
            </a:extLst>
          </p:cNvPr>
          <p:cNvSpPr txBox="1">
            <a:spLocks/>
          </p:cNvSpPr>
          <p:nvPr/>
        </p:nvSpPr>
        <p:spPr>
          <a:xfrm>
            <a:off x="175644" y="76318"/>
            <a:ext cx="11867823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4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Iceland- Both PPGs can choose to retain current prices to not lose Volumes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D0809D-A5BF-EB3C-55B3-94826F2F62FB}"/>
              </a:ext>
            </a:extLst>
          </p:cNvPr>
          <p:cNvSpPr txBox="1"/>
          <p:nvPr/>
        </p:nvSpPr>
        <p:spPr>
          <a:xfrm>
            <a:off x="3322915" y="808808"/>
            <a:ext cx="2397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388DE7-6B65-E766-D9C6-8CD361718903}"/>
              </a:ext>
            </a:extLst>
          </p:cNvPr>
          <p:cNvSpPr/>
          <p:nvPr/>
        </p:nvSpPr>
        <p:spPr>
          <a:xfrm>
            <a:off x="2110465" y="819149"/>
            <a:ext cx="3834578" cy="58269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C6CECD-1D4C-49A1-D61F-AE463B451A70}"/>
              </a:ext>
            </a:extLst>
          </p:cNvPr>
          <p:cNvSpPr/>
          <p:nvPr/>
        </p:nvSpPr>
        <p:spPr>
          <a:xfrm>
            <a:off x="6136250" y="794450"/>
            <a:ext cx="3834578" cy="58269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42B5E3-11A2-F8A4-864D-E8E76BA24F26}"/>
              </a:ext>
            </a:extLst>
          </p:cNvPr>
          <p:cNvSpPr txBox="1"/>
          <p:nvPr/>
        </p:nvSpPr>
        <p:spPr>
          <a:xfrm>
            <a:off x="2246465" y="81914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41C5EC-2B96-50FC-C8F6-D374336BEE53}"/>
              </a:ext>
            </a:extLst>
          </p:cNvPr>
          <p:cNvSpPr txBox="1"/>
          <p:nvPr/>
        </p:nvSpPr>
        <p:spPr>
          <a:xfrm>
            <a:off x="6274054" y="83867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Large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F4DF83-9047-893C-BD06-269B2305F9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6801" y="1248414"/>
            <a:ext cx="3612691" cy="2532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6AA3EF-FC10-D764-C47C-3003E3F2EB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171" y="3912451"/>
            <a:ext cx="3611787" cy="25322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00D7D0-A94A-B644-C1E6-87E6993086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3516" y="1248414"/>
            <a:ext cx="3648861" cy="25322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B5056E-1DAF-318A-E5C1-B394BF63B3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3516" y="3912451"/>
            <a:ext cx="3648861" cy="254177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E1B7D6-4410-261F-7676-DF57C3B27C23}"/>
              </a:ext>
            </a:extLst>
          </p:cNvPr>
          <p:cNvCxnSpPr>
            <a:cxnSpLocks/>
          </p:cNvCxnSpPr>
          <p:nvPr/>
        </p:nvCxnSpPr>
        <p:spPr>
          <a:xfrm>
            <a:off x="7528297" y="1705502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32F77F-1C89-2D01-9159-701C07464A58}"/>
              </a:ext>
            </a:extLst>
          </p:cNvPr>
          <p:cNvCxnSpPr>
            <a:cxnSpLocks/>
          </p:cNvCxnSpPr>
          <p:nvPr/>
        </p:nvCxnSpPr>
        <p:spPr>
          <a:xfrm>
            <a:off x="3762007" y="1705502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B8EEA22-5632-CBBF-C982-9D1001548081}"/>
              </a:ext>
            </a:extLst>
          </p:cNvPr>
          <p:cNvSpPr txBox="1"/>
          <p:nvPr/>
        </p:nvSpPr>
        <p:spPr>
          <a:xfrm>
            <a:off x="6644779" y="2618157"/>
            <a:ext cx="877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100">
                <a:solidFill>
                  <a:srgbClr val="FF0000"/>
                </a:solidFill>
              </a:rPr>
              <a:t>Price: 5.66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09429B-D39A-B198-8417-0FB9555F3C7C}"/>
              </a:ext>
            </a:extLst>
          </p:cNvPr>
          <p:cNvSpPr txBox="1"/>
          <p:nvPr/>
        </p:nvSpPr>
        <p:spPr>
          <a:xfrm>
            <a:off x="3802171" y="2848989"/>
            <a:ext cx="877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>
                <a:solidFill>
                  <a:srgbClr val="00B050"/>
                </a:solidFill>
              </a:rPr>
              <a:t>Price: 5.83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887783-9AA8-A383-487C-DF2F0155AE2C}"/>
              </a:ext>
            </a:extLst>
          </p:cNvPr>
          <p:cNvCxnSpPr>
            <a:cxnSpLocks/>
          </p:cNvCxnSpPr>
          <p:nvPr/>
        </p:nvCxnSpPr>
        <p:spPr>
          <a:xfrm>
            <a:off x="3782840" y="4394624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2A8FF7-EEEC-FB5C-18AB-ED9B52FBB05B}"/>
              </a:ext>
            </a:extLst>
          </p:cNvPr>
          <p:cNvCxnSpPr>
            <a:cxnSpLocks/>
          </p:cNvCxnSpPr>
          <p:nvPr/>
        </p:nvCxnSpPr>
        <p:spPr>
          <a:xfrm>
            <a:off x="7572543" y="4404456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C8644E-A4FC-BDB8-FF69-7F403D7CB80B}"/>
              </a:ext>
            </a:extLst>
          </p:cNvPr>
          <p:cNvCxnSpPr>
            <a:cxnSpLocks/>
          </p:cNvCxnSpPr>
          <p:nvPr/>
        </p:nvCxnSpPr>
        <p:spPr>
          <a:xfrm>
            <a:off x="7631002" y="1684266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ACC4643-4A44-5E3F-9B50-2E2EEF345A0D}"/>
              </a:ext>
            </a:extLst>
          </p:cNvPr>
          <p:cNvCxnSpPr>
            <a:cxnSpLocks/>
          </p:cNvCxnSpPr>
          <p:nvPr/>
        </p:nvCxnSpPr>
        <p:spPr>
          <a:xfrm>
            <a:off x="7660498" y="4394624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50B6CB9-BC9C-8C9A-D5D0-901079C4FEB9}"/>
              </a:ext>
            </a:extLst>
          </p:cNvPr>
          <p:cNvSpPr txBox="1"/>
          <p:nvPr/>
        </p:nvSpPr>
        <p:spPr>
          <a:xfrm>
            <a:off x="7693299" y="2618157"/>
            <a:ext cx="877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>
                <a:solidFill>
                  <a:srgbClr val="00B050"/>
                </a:solidFill>
              </a:rPr>
              <a:t>Price: 5.72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628567-FD87-3A13-63B3-381675136A87}"/>
              </a:ext>
            </a:extLst>
          </p:cNvPr>
          <p:cNvGrpSpPr/>
          <p:nvPr/>
        </p:nvGrpSpPr>
        <p:grpSpPr>
          <a:xfrm>
            <a:off x="9297454" y="6611779"/>
            <a:ext cx="1319225" cy="246221"/>
            <a:chOff x="9729406" y="4277340"/>
            <a:chExt cx="1319225" cy="24622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DF32370-3F28-9C90-3E97-AD888C966330}"/>
                </a:ext>
              </a:extLst>
            </p:cNvPr>
            <p:cNvSpPr txBox="1"/>
            <p:nvPr/>
          </p:nvSpPr>
          <p:spPr>
            <a:xfrm>
              <a:off x="10100477" y="4277340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Inflection 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37B053-8120-1EAD-282F-0A3A74C51F3F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398081"/>
              <a:ext cx="378462" cy="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E9E2721-9D44-BE88-DF40-14ECC027BEBF}"/>
              </a:ext>
            </a:extLst>
          </p:cNvPr>
          <p:cNvGrpSpPr/>
          <p:nvPr/>
        </p:nvGrpSpPr>
        <p:grpSpPr>
          <a:xfrm>
            <a:off x="8266771" y="6611779"/>
            <a:ext cx="1319225" cy="246221"/>
            <a:chOff x="9729406" y="4069187"/>
            <a:chExt cx="1319225" cy="24622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58640D3-68EF-A8D0-30AD-84E618D886C4}"/>
                </a:ext>
              </a:extLst>
            </p:cNvPr>
            <p:cNvSpPr txBox="1"/>
            <p:nvPr/>
          </p:nvSpPr>
          <p:spPr>
            <a:xfrm>
              <a:off x="10100477" y="4069187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L12M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3FD163D-DBCB-A143-27D6-066AB2E23D9A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181560"/>
              <a:ext cx="378462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825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0405-B494-52E3-9E8A-290601C8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EE5AC2A-6401-9EA4-F774-058844EE4F2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EE5AC2A-6401-9EA4-F774-058844EE4F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D9FDF39-3D26-B578-B3AC-7A9654F54FDB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06147CC8-9300-9DF6-1BAF-8794A8C18B56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B0B052C-70CB-1271-FE65-D8EBFF885572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17DB70CE-32BE-209D-C883-3F6AA12297A9}"/>
              </a:ext>
            </a:extLst>
          </p:cNvPr>
          <p:cNvSpPr txBox="1">
            <a:spLocks/>
          </p:cNvSpPr>
          <p:nvPr/>
        </p:nvSpPr>
        <p:spPr>
          <a:xfrm>
            <a:off x="142240" y="77012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0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Convenience – HP can increase overall prices via Medium PPG due to inelastic demand</a:t>
            </a:r>
          </a:p>
        </p:txBody>
      </p:sp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6F7F07F2-CF59-E3A9-FCB3-4C6A7F7F0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470442"/>
              </p:ext>
            </p:extLst>
          </p:nvPr>
        </p:nvGraphicFramePr>
        <p:xfrm>
          <a:off x="373560" y="4764920"/>
          <a:ext cx="7022591" cy="9937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1391">
                  <a:extLst>
                    <a:ext uri="{9D8B030D-6E8A-4147-A177-3AD203B41FA5}">
                      <a16:colId xmlns:a16="http://schemas.microsoft.com/office/drawing/2014/main" val="900505045"/>
                    </a:ext>
                  </a:extLst>
                </a:gridCol>
                <a:gridCol w="2750600">
                  <a:extLst>
                    <a:ext uri="{9D8B030D-6E8A-4147-A177-3AD203B41FA5}">
                      <a16:colId xmlns:a16="http://schemas.microsoft.com/office/drawing/2014/main" val="3551982496"/>
                    </a:ext>
                  </a:extLst>
                </a:gridCol>
                <a:gridCol w="2750600">
                  <a:extLst>
                    <a:ext uri="{9D8B030D-6E8A-4147-A177-3AD203B41FA5}">
                      <a16:colId xmlns:a16="http://schemas.microsoft.com/office/drawing/2014/main" val="312313753"/>
                    </a:ext>
                  </a:extLst>
                </a:gridCol>
              </a:tblGrid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u="none" strike="noStrike">
                          <a:solidFill>
                            <a:srgbClr val="0B5F99"/>
                          </a:solidFill>
                          <a:effectLst/>
                        </a:rPr>
                        <a:t>C.MS%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87308"/>
                  </a:ext>
                </a:extLst>
              </a:tr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u="none" strike="noStrike">
                          <a:solidFill>
                            <a:srgbClr val="0B5F99"/>
                          </a:solidFill>
                          <a:effectLst/>
                        </a:rPr>
                        <a:t>MSP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0.2%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-0.2%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252139"/>
                  </a:ext>
                </a:extLst>
              </a:tr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RPI*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455975"/>
                  </a:ext>
                </a:extLst>
              </a:tr>
              <a:tr h="24843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solidFill>
                            <a:srgbClr val="0B5F99"/>
                          </a:solidFill>
                          <a:effectLst/>
                          <a:latin typeface="Aptos Narrow" panose="020B0004020202020204" pitchFamily="34" charset="0"/>
                        </a:rPr>
                        <a:t>Inflection RPI*</a:t>
                      </a:r>
                      <a:endParaRPr lang="en-IN" sz="1050" b="1" i="0" u="none" strike="noStrike">
                        <a:solidFill>
                          <a:srgbClr val="0B5F99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258" marR="5258" marT="525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758852"/>
                  </a:ext>
                </a:extLst>
              </a:tr>
            </a:tbl>
          </a:graphicData>
        </a:graphic>
      </p:graphicFrame>
      <p:sp>
        <p:nvSpPr>
          <p:cNvPr id="59" name="Rounded Rectangle 54">
            <a:extLst>
              <a:ext uri="{FF2B5EF4-FFF2-40B4-BE49-F238E27FC236}">
                <a16:creationId xmlns:a16="http://schemas.microsoft.com/office/drawing/2014/main" id="{F44C0162-D9A1-0E41-28C1-1C25C8ED7C22}"/>
              </a:ext>
            </a:extLst>
          </p:cNvPr>
          <p:cNvSpPr/>
          <p:nvPr/>
        </p:nvSpPr>
        <p:spPr>
          <a:xfrm>
            <a:off x="533626" y="1681749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MCV</a:t>
            </a:r>
          </a:p>
        </p:txBody>
      </p:sp>
      <p:sp>
        <p:nvSpPr>
          <p:cNvPr id="93" name="Sev01">
            <a:extLst>
              <a:ext uri="{FF2B5EF4-FFF2-40B4-BE49-F238E27FC236}">
                <a16:creationId xmlns:a16="http://schemas.microsoft.com/office/drawing/2014/main" id="{0AF6CC11-B8C4-58B7-68DF-2E12578708C6}"/>
              </a:ext>
            </a:extLst>
          </p:cNvPr>
          <p:cNvSpPr/>
          <p:nvPr/>
        </p:nvSpPr>
        <p:spPr>
          <a:xfrm>
            <a:off x="2086377" y="875271"/>
            <a:ext cx="1597667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Medium- 71.9%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94" name="Sev01">
            <a:extLst>
              <a:ext uri="{FF2B5EF4-FFF2-40B4-BE49-F238E27FC236}">
                <a16:creationId xmlns:a16="http://schemas.microsoft.com/office/drawing/2014/main" id="{8430D3F2-C17D-4AE1-4052-D4134E9839E4}"/>
              </a:ext>
            </a:extLst>
          </p:cNvPr>
          <p:cNvSpPr/>
          <p:nvPr/>
        </p:nvSpPr>
        <p:spPr>
          <a:xfrm>
            <a:off x="5409023" y="880724"/>
            <a:ext cx="1375823" cy="257175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7">
              <a:defRPr/>
            </a:pPr>
            <a:r>
              <a:rPr lang="en-US" sz="1400" b="1" u="sng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Large- 26.8%</a:t>
            </a:r>
            <a:endParaRPr lang="en-US" sz="1600" b="1" u="sng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4" name="Rounded Rectangle 54">
            <a:extLst>
              <a:ext uri="{FF2B5EF4-FFF2-40B4-BE49-F238E27FC236}">
                <a16:creationId xmlns:a16="http://schemas.microsoft.com/office/drawing/2014/main" id="{87A3F054-809D-9057-557E-81381F4D36CA}"/>
              </a:ext>
            </a:extLst>
          </p:cNvPr>
          <p:cNvSpPr/>
          <p:nvPr/>
        </p:nvSpPr>
        <p:spPr>
          <a:xfrm>
            <a:off x="533627" y="3762847"/>
            <a:ext cx="766853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Price</a:t>
            </a:r>
          </a:p>
        </p:txBody>
      </p:sp>
      <p:sp>
        <p:nvSpPr>
          <p:cNvPr id="5" name="Rounded Rectangle 54">
            <a:extLst>
              <a:ext uri="{FF2B5EF4-FFF2-40B4-BE49-F238E27FC236}">
                <a16:creationId xmlns:a16="http://schemas.microsoft.com/office/drawing/2014/main" id="{AD98CB76-7888-F199-0128-042DE143F4F7}"/>
              </a:ext>
            </a:extLst>
          </p:cNvPr>
          <p:cNvSpPr/>
          <p:nvPr/>
        </p:nvSpPr>
        <p:spPr>
          <a:xfrm>
            <a:off x="533627" y="2722298"/>
            <a:ext cx="600156" cy="4254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5F99"/>
                </a:solidFill>
                <a:effectLst/>
                <a:uLnTx/>
                <a:uFillTx/>
                <a:latin typeface="Rockwell"/>
                <a:ea typeface="Calibri" panose="020F0502020204030204" pitchFamily="34" charset="0"/>
                <a:cs typeface="Calibri" panose="020F0502020204030204" pitchFamily="34" charset="0"/>
              </a:rPr>
              <a:t>CSF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212BF0-3CC6-1D21-CE35-BC9CC9FF3207}"/>
              </a:ext>
            </a:extLst>
          </p:cNvPr>
          <p:cNvSpPr/>
          <p:nvPr/>
        </p:nvSpPr>
        <p:spPr>
          <a:xfrm>
            <a:off x="373560" y="5894377"/>
            <a:ext cx="10923704" cy="51629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>
                <a:solidFill>
                  <a:schemeClr val="tx1"/>
                </a:solidFill>
              </a:rPr>
              <a:t>HP is the only current brand available in Convenience Channel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300">
                <a:solidFill>
                  <a:schemeClr val="tx1"/>
                </a:solidFill>
              </a:rPr>
              <a:t>At current prices, channel price elasticity is &lt; than 1, implying that demand is inelastic; Brand can increase prices through Medium PPG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2FAD13D-BB1F-4681-34AF-EDAB3EE82E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709005"/>
              </p:ext>
            </p:extLst>
          </p:nvPr>
        </p:nvGraphicFramePr>
        <p:xfrm>
          <a:off x="960120" y="1099355"/>
          <a:ext cx="7022592" cy="3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5601FA-7F00-3592-AE53-AA1C16C24D94}"/>
              </a:ext>
            </a:extLst>
          </p:cNvPr>
          <p:cNvCxnSpPr>
            <a:cxnSpLocks/>
          </p:cNvCxnSpPr>
          <p:nvPr/>
        </p:nvCxnSpPr>
        <p:spPr>
          <a:xfrm>
            <a:off x="4631780" y="875271"/>
            <a:ext cx="0" cy="3605803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4AD8A1-FAFA-0782-FCCA-803E57BFEE55}"/>
              </a:ext>
            </a:extLst>
          </p:cNvPr>
          <p:cNvSpPr txBox="1"/>
          <p:nvPr/>
        </p:nvSpPr>
        <p:spPr>
          <a:xfrm>
            <a:off x="142240" y="6534428"/>
            <a:ext cx="8856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/>
              <a:t>*RPI metric is calculated keeping Entire Channel as reference</a:t>
            </a:r>
            <a:endParaRPr lang="en-IN" sz="1000" i="1"/>
          </a:p>
        </p:txBody>
      </p:sp>
      <p:sp>
        <p:nvSpPr>
          <p:cNvPr id="8" name="Sev01">
            <a:extLst>
              <a:ext uri="{FF2B5EF4-FFF2-40B4-BE49-F238E27FC236}">
                <a16:creationId xmlns:a16="http://schemas.microsoft.com/office/drawing/2014/main" id="{B863C501-F11E-A2CB-40B9-702EDCE0ADF8}"/>
              </a:ext>
            </a:extLst>
          </p:cNvPr>
          <p:cNvSpPr/>
          <p:nvPr/>
        </p:nvSpPr>
        <p:spPr>
          <a:xfrm>
            <a:off x="7396151" y="2678172"/>
            <a:ext cx="4493079" cy="1033128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914377">
              <a:defRPr/>
            </a:pPr>
            <a:r>
              <a:rPr lang="en-US" b="1" dirty="0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Channel Price Elasticity: (-0.82)</a:t>
            </a:r>
            <a:r>
              <a:rPr lang="en-US" b="1" u="sng" dirty="0">
                <a:solidFill>
                  <a:srgbClr val="002060"/>
                </a:solidFill>
                <a:latin typeface="Rockwell"/>
                <a:cs typeface="Arial" panose="020B0604020202020204" pitchFamily="34" charset="0"/>
                <a:sym typeface="Helvetica Neue"/>
              </a:rPr>
              <a:t> </a:t>
            </a:r>
            <a:endParaRPr lang="en-US" sz="2000" b="1" u="sng" dirty="0">
              <a:solidFill>
                <a:srgbClr val="002060"/>
              </a:solidFill>
              <a:latin typeface="Rockwell"/>
              <a:cs typeface="Arial" panose="020B0604020202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85326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5251F-E2C2-D3EC-FCD5-61DB5973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F960144-9CF5-C627-308C-CBF149CFF7B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960144-9CF5-C627-308C-CBF149CFF7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A71D22F1-1B23-4FCD-F867-209FDC440BA5}"/>
              </a:ext>
            </a:extLst>
          </p:cNvPr>
          <p:cNvGrpSpPr/>
          <p:nvPr/>
        </p:nvGrpSpPr>
        <p:grpSpPr>
          <a:xfrm>
            <a:off x="142240" y="653388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4BF59D7-E1FC-1712-9079-67DDC5CE2BBA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BF1D3FF-D03F-B780-B8BF-E125CF73BB68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D0DCF8C-F6D9-BA7B-EAD8-41D166DD435B}"/>
              </a:ext>
            </a:extLst>
          </p:cNvPr>
          <p:cNvSpPr txBox="1"/>
          <p:nvPr/>
        </p:nvSpPr>
        <p:spPr>
          <a:xfrm>
            <a:off x="3322915" y="808808"/>
            <a:ext cx="2397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AB5AC6-8C97-2DE3-5F74-2D0EE1B46978}"/>
              </a:ext>
            </a:extLst>
          </p:cNvPr>
          <p:cNvSpPr/>
          <p:nvPr/>
        </p:nvSpPr>
        <p:spPr>
          <a:xfrm>
            <a:off x="2110465" y="819149"/>
            <a:ext cx="3834578" cy="582694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0C8750-4723-7986-D4D5-BCAEEA7B36FA}"/>
              </a:ext>
            </a:extLst>
          </p:cNvPr>
          <p:cNvSpPr/>
          <p:nvPr/>
        </p:nvSpPr>
        <p:spPr>
          <a:xfrm>
            <a:off x="6136250" y="794450"/>
            <a:ext cx="3834578" cy="58269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6D7722-37E6-E0D4-AA4A-D3FCAC598100}"/>
              </a:ext>
            </a:extLst>
          </p:cNvPr>
          <p:cNvSpPr txBox="1"/>
          <p:nvPr/>
        </p:nvSpPr>
        <p:spPr>
          <a:xfrm>
            <a:off x="2246465" y="81914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Medium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357CE-A5F0-AC09-9EE0-BF385891B3D2}"/>
              </a:ext>
            </a:extLst>
          </p:cNvPr>
          <p:cNvSpPr txBox="1"/>
          <p:nvPr/>
        </p:nvSpPr>
        <p:spPr>
          <a:xfrm>
            <a:off x="6274054" y="838679"/>
            <a:ext cx="359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spc="-64">
                <a:solidFill>
                  <a:srgbClr val="4472C4">
                    <a:lumMod val="50000"/>
                  </a:srgbClr>
                </a:solidFill>
                <a:latin typeface="Rockwell"/>
                <a:cs typeface="Arial" panose="020B0604020202020204" pitchFamily="34" charset="0"/>
              </a:rPr>
              <a:t>Large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C6A2B39-2508-6563-7B80-96CB4A22CF05}"/>
              </a:ext>
            </a:extLst>
          </p:cNvPr>
          <p:cNvSpPr txBox="1">
            <a:spLocks/>
          </p:cNvSpPr>
          <p:nvPr/>
        </p:nvSpPr>
        <p:spPr>
          <a:xfrm>
            <a:off x="175644" y="76318"/>
            <a:ext cx="11867823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4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Convenience- Both PPGs can choose to retain current prices to not lose Volumes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0D4835-F888-BB7D-0820-66312BA7F7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172" y="1190685"/>
            <a:ext cx="3620290" cy="24767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1011A7-4029-FCEB-CE83-B7C6D4FA19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172" y="3785775"/>
            <a:ext cx="3617109" cy="25779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5F2056-4AE8-D917-1063-A513AB5B2F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3012" y="1190685"/>
            <a:ext cx="3562748" cy="24767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8EF250-129C-F1C2-7B10-3124501485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3012" y="3785775"/>
            <a:ext cx="3565183" cy="247674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C5E6D2-0DFB-7EDF-7D32-6FAFE379224F}"/>
              </a:ext>
            </a:extLst>
          </p:cNvPr>
          <p:cNvCxnSpPr>
            <a:cxnSpLocks/>
          </p:cNvCxnSpPr>
          <p:nvPr/>
        </p:nvCxnSpPr>
        <p:spPr>
          <a:xfrm>
            <a:off x="4572340" y="1586415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194056-CA7C-13BF-715B-332D309FB7F3}"/>
              </a:ext>
            </a:extLst>
          </p:cNvPr>
          <p:cNvCxnSpPr>
            <a:cxnSpLocks/>
          </p:cNvCxnSpPr>
          <p:nvPr/>
        </p:nvCxnSpPr>
        <p:spPr>
          <a:xfrm>
            <a:off x="4751408" y="1600325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97E97F9-C4E8-F94D-8D82-AAAF53397C25}"/>
              </a:ext>
            </a:extLst>
          </p:cNvPr>
          <p:cNvSpPr txBox="1"/>
          <p:nvPr/>
        </p:nvSpPr>
        <p:spPr>
          <a:xfrm>
            <a:off x="3643988" y="2704302"/>
            <a:ext cx="877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100">
                <a:solidFill>
                  <a:srgbClr val="FF0000"/>
                </a:solidFill>
              </a:rPr>
              <a:t>Price: 6.46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1C2A1D-C414-D22E-27C3-9CFB3C208D0D}"/>
              </a:ext>
            </a:extLst>
          </p:cNvPr>
          <p:cNvSpPr txBox="1"/>
          <p:nvPr/>
        </p:nvSpPr>
        <p:spPr>
          <a:xfrm>
            <a:off x="4717919" y="2605917"/>
            <a:ext cx="877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>
                <a:solidFill>
                  <a:srgbClr val="00B050"/>
                </a:solidFill>
              </a:rPr>
              <a:t>Price: 6.58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2A4DB2-207E-E99C-E18B-2ADEC0FEF091}"/>
              </a:ext>
            </a:extLst>
          </p:cNvPr>
          <p:cNvCxnSpPr>
            <a:cxnSpLocks/>
          </p:cNvCxnSpPr>
          <p:nvPr/>
        </p:nvCxnSpPr>
        <p:spPr>
          <a:xfrm>
            <a:off x="4572340" y="4216408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4B1C31-2449-6095-B8B9-A0E1A388BE1D}"/>
              </a:ext>
            </a:extLst>
          </p:cNvPr>
          <p:cNvCxnSpPr>
            <a:cxnSpLocks/>
          </p:cNvCxnSpPr>
          <p:nvPr/>
        </p:nvCxnSpPr>
        <p:spPr>
          <a:xfrm>
            <a:off x="4751408" y="4230318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CE9E90D-015C-CB1E-04DE-2B5F7FF94769}"/>
              </a:ext>
            </a:extLst>
          </p:cNvPr>
          <p:cNvCxnSpPr>
            <a:cxnSpLocks/>
          </p:cNvCxnSpPr>
          <p:nvPr/>
        </p:nvCxnSpPr>
        <p:spPr>
          <a:xfrm>
            <a:off x="7771784" y="1586415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60AFAF2-F3B6-C418-0D23-7CF61E7C82DD}"/>
              </a:ext>
            </a:extLst>
          </p:cNvPr>
          <p:cNvCxnSpPr>
            <a:cxnSpLocks/>
          </p:cNvCxnSpPr>
          <p:nvPr/>
        </p:nvCxnSpPr>
        <p:spPr>
          <a:xfrm>
            <a:off x="7616555" y="1569925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97A46D8-7867-EE93-658F-5C4E6F512A91}"/>
              </a:ext>
            </a:extLst>
          </p:cNvPr>
          <p:cNvSpPr txBox="1"/>
          <p:nvPr/>
        </p:nvSpPr>
        <p:spPr>
          <a:xfrm>
            <a:off x="7675547" y="2475112"/>
            <a:ext cx="877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100" dirty="0">
                <a:solidFill>
                  <a:srgbClr val="FF0000"/>
                </a:solidFill>
              </a:rPr>
              <a:t>Price: 5.84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536F67-FD17-A229-2E70-FE9C4198713E}"/>
              </a:ext>
            </a:extLst>
          </p:cNvPr>
          <p:cNvSpPr txBox="1"/>
          <p:nvPr/>
        </p:nvSpPr>
        <p:spPr>
          <a:xfrm>
            <a:off x="6825392" y="2475112"/>
            <a:ext cx="877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00B050"/>
                </a:solidFill>
              </a:rPr>
              <a:t>Price: 5.74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71A2B6-F2D3-AB9D-2CD1-461489AD9B91}"/>
              </a:ext>
            </a:extLst>
          </p:cNvPr>
          <p:cNvCxnSpPr>
            <a:cxnSpLocks/>
          </p:cNvCxnSpPr>
          <p:nvPr/>
        </p:nvCxnSpPr>
        <p:spPr>
          <a:xfrm>
            <a:off x="7830776" y="4217858"/>
            <a:ext cx="0" cy="157734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B4BDBC-50A3-8109-D71C-0454F0E24FB2}"/>
              </a:ext>
            </a:extLst>
          </p:cNvPr>
          <p:cNvCxnSpPr>
            <a:cxnSpLocks/>
          </p:cNvCxnSpPr>
          <p:nvPr/>
        </p:nvCxnSpPr>
        <p:spPr>
          <a:xfrm>
            <a:off x="7675547" y="4201368"/>
            <a:ext cx="0" cy="1563430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0F641E-3F18-22FF-7517-95FF6BEACBC2}"/>
              </a:ext>
            </a:extLst>
          </p:cNvPr>
          <p:cNvGrpSpPr/>
          <p:nvPr/>
        </p:nvGrpSpPr>
        <p:grpSpPr>
          <a:xfrm>
            <a:off x="9297454" y="6611779"/>
            <a:ext cx="1319225" cy="246221"/>
            <a:chOff x="9729406" y="4277340"/>
            <a:chExt cx="1319225" cy="24622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0EB408B-E69F-5DC0-7459-DD932A14DB21}"/>
                </a:ext>
              </a:extLst>
            </p:cNvPr>
            <p:cNvSpPr txBox="1"/>
            <p:nvPr/>
          </p:nvSpPr>
          <p:spPr>
            <a:xfrm>
              <a:off x="10100477" y="4277340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Inflection 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749458E-9F45-6033-1670-A0BA6DC47C83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398081"/>
              <a:ext cx="378462" cy="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0D3140C-6727-B235-7C52-E3EAE5DC2E90}"/>
              </a:ext>
            </a:extLst>
          </p:cNvPr>
          <p:cNvGrpSpPr/>
          <p:nvPr/>
        </p:nvGrpSpPr>
        <p:grpSpPr>
          <a:xfrm>
            <a:off x="8266771" y="6611779"/>
            <a:ext cx="1319225" cy="246221"/>
            <a:chOff x="9729406" y="4069187"/>
            <a:chExt cx="1319225" cy="24622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AD749E0-E6B9-B536-8EC3-912ED3C6A4EE}"/>
                </a:ext>
              </a:extLst>
            </p:cNvPr>
            <p:cNvSpPr txBox="1"/>
            <p:nvPr/>
          </p:nvSpPr>
          <p:spPr>
            <a:xfrm>
              <a:off x="10100477" y="4069187"/>
              <a:ext cx="94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 L12M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84DF083-24B1-5152-677B-D0A1019851CA}"/>
                </a:ext>
              </a:extLst>
            </p:cNvPr>
            <p:cNvCxnSpPr>
              <a:cxnSpLocks/>
            </p:cNvCxnSpPr>
            <p:nvPr/>
          </p:nvCxnSpPr>
          <p:spPr>
            <a:xfrm>
              <a:off x="9729406" y="4181560"/>
              <a:ext cx="378462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2094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19B6-600B-EBF5-322C-4D9FA823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7DBF256-8EDC-F473-BCC5-846849BD18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DBF256-8EDC-F473-BCC5-846849BD18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3">
            <a:extLst>
              <a:ext uri="{FF2B5EF4-FFF2-40B4-BE49-F238E27FC236}">
                <a16:creationId xmlns:a16="http://schemas.microsoft.com/office/drawing/2014/main" id="{A543E0E1-4E5E-9A0E-818F-5151594C1142}"/>
              </a:ext>
            </a:extLst>
          </p:cNvPr>
          <p:cNvSpPr txBox="1">
            <a:spLocks/>
          </p:cNvSpPr>
          <p:nvPr/>
        </p:nvSpPr>
        <p:spPr>
          <a:xfrm>
            <a:off x="142240" y="2687341"/>
            <a:ext cx="11681542" cy="611002"/>
          </a:xfrm>
          <a:prstGeom prst="rect">
            <a:avLst/>
          </a:prstGeom>
        </p:spPr>
        <p:txBody>
          <a:bodyPr vert="horz" lIns="121920" tIns="60960" rIns="121920" bIns="6096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57200">
              <a:lnSpc>
                <a:spcPct val="80000"/>
              </a:lnSpc>
              <a:spcBef>
                <a:spcPts val="0"/>
              </a:spcBef>
              <a:defRPr/>
            </a:pPr>
            <a:r>
              <a:rPr lang="en-GB" sz="2400" b="1" spc="-64">
                <a:solidFill>
                  <a:srgbClr val="4472C4">
                    <a:lumMod val="50000"/>
                  </a:srgbClr>
                </a:solidFill>
                <a:latin typeface="Rockwell"/>
                <a:ea typeface="+mn-ea"/>
                <a:cs typeface="Arial" panose="020B0604020202020204" pitchFamily="34" charset="0"/>
              </a:rPr>
              <a:t>Thank You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1ECC2E9-ACC9-49EB-882F-1D99362A297E}"/>
              </a:ext>
            </a:extLst>
          </p:cNvPr>
          <p:cNvGrpSpPr/>
          <p:nvPr/>
        </p:nvGrpSpPr>
        <p:grpSpPr>
          <a:xfrm>
            <a:off x="812800" y="3250994"/>
            <a:ext cx="10566400" cy="45719"/>
            <a:chOff x="142240" y="653388"/>
            <a:chExt cx="10566400" cy="45719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1DCB4BD5-B46D-9D2A-BE48-25B76B88F51D}"/>
                </a:ext>
              </a:extLst>
            </p:cNvPr>
            <p:cNvCxnSpPr>
              <a:cxnSpLocks/>
            </p:cNvCxnSpPr>
            <p:nvPr/>
          </p:nvCxnSpPr>
          <p:spPr>
            <a:xfrm>
              <a:off x="822960" y="673708"/>
              <a:ext cx="9885680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12D9477-E6DF-3815-CB0D-253E119D37BE}"/>
                </a:ext>
              </a:extLst>
            </p:cNvPr>
            <p:cNvSpPr/>
            <p:nvPr/>
          </p:nvSpPr>
          <p:spPr>
            <a:xfrm>
              <a:off x="142240" y="653388"/>
              <a:ext cx="1158240" cy="4571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75473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CF2E3EC4ADBB4FA2A1653C958171E8" ma:contentTypeVersion="3" ma:contentTypeDescription="Create a new document." ma:contentTypeScope="" ma:versionID="837b945b98af50590e4dfab64fd6b6d1">
  <xsd:schema xmlns:xsd="http://www.w3.org/2001/XMLSchema" xmlns:xs="http://www.w3.org/2001/XMLSchema" xmlns:p="http://schemas.microsoft.com/office/2006/metadata/properties" xmlns:ns2="139c670c-dbb6-41ce-b2fe-264d5f410e6b" targetNamespace="http://schemas.microsoft.com/office/2006/metadata/properties" ma:root="true" ma:fieldsID="b73e6417a344fa1eead2b047cb75a632" ns2:_="">
    <xsd:import namespace="139c670c-dbb6-41ce-b2fe-264d5f410e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9c670c-dbb6-41ce-b2fe-264d5f410e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06F33D-92F3-401F-BA34-E58F3F8A4AEF}"/>
</file>

<file path=customXml/itemProps2.xml><?xml version="1.0" encoding="utf-8"?>
<ds:datastoreItem xmlns:ds="http://schemas.openxmlformats.org/officeDocument/2006/customXml" ds:itemID="{8EE2C205-A3AC-4DFA-9ADF-CCFD319479FE}"/>
</file>

<file path=customXml/itemProps3.xml><?xml version="1.0" encoding="utf-8"?>
<ds:datastoreItem xmlns:ds="http://schemas.openxmlformats.org/officeDocument/2006/customXml" ds:itemID="{CFB49ACC-D694-451F-9DD6-D982535C1512}"/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1796</Words>
  <Application>Microsoft Office PowerPoint</Application>
  <PresentationFormat>Widescreen</PresentationFormat>
  <Paragraphs>564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Narrow</vt:lpstr>
      <vt:lpstr>Arial</vt:lpstr>
      <vt:lpstr>Calibri</vt:lpstr>
      <vt:lpstr>Calibri Light</vt:lpstr>
      <vt:lpstr>Rockwell</vt:lpstr>
      <vt:lpstr>Wingdings</vt:lpstr>
      <vt:lpstr>1_Office Theme</vt:lpstr>
      <vt:lpstr>think-cell Slide</vt:lpstr>
      <vt:lpstr>Consumer Surplus Factor (CSF) study skad KHC – UK : Brown Sauce  June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Agarwal</dc:creator>
  <cp:lastModifiedBy>Siddharth Agarwal</cp:lastModifiedBy>
  <cp:revision>1</cp:revision>
  <dcterms:created xsi:type="dcterms:W3CDTF">2025-05-13T04:21:32Z</dcterms:created>
  <dcterms:modified xsi:type="dcterms:W3CDTF">2025-06-18T11:17:38Z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0x01010035CF2E3EC4ADBB4FA2A1653C958171E8</vt:lpwstr>
  </property>
</Properties>
</file>